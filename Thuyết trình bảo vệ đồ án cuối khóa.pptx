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7" r:id="rId1"/>
  </p:sldMasterIdLst>
  <p:sldIdLst>
    <p:sldId id="256" r:id="rId2"/>
    <p:sldId id="257" r:id="rId3"/>
    <p:sldId id="258" r:id="rId4"/>
    <p:sldId id="259" r:id="rId5"/>
    <p:sldId id="261" r:id="rId6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7" autoAdjust="0"/>
    <p:restoredTop sz="94660"/>
  </p:normalViewPr>
  <p:slideViewPr>
    <p:cSldViewPr snapToGrid="0">
      <p:cViewPr varScale="1">
        <p:scale>
          <a:sx n="70" d="100"/>
          <a:sy n="70" d="100"/>
        </p:scale>
        <p:origin x="500" y="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95269" y="1122363"/>
            <a:ext cx="9001462" cy="2387600"/>
          </a:xfrm>
        </p:spPr>
        <p:txBody>
          <a:bodyPr anchor="b">
            <a:normAutofit/>
          </a:bodyPr>
          <a:lstStyle>
            <a:lvl1pPr algn="ctr"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95269" y="3602038"/>
            <a:ext cx="9001462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7CE189-5E67-4511-90CE-987AB49F9952}" type="datetimeFigureOut">
              <a:rPr lang="en-US" smtClean="0"/>
              <a:t>9/29/2025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7FF998-3A5B-4989-9900-9B027C2E43D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7185998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7CE189-5E67-4511-90CE-987AB49F9952}" type="datetimeFigureOut">
              <a:rPr lang="en-US" smtClean="0"/>
              <a:t>9/29/2025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7FF998-3A5B-4989-9900-9B027C2E43D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7889688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29244" y="657226"/>
            <a:ext cx="9733512" cy="2852737"/>
          </a:xfrm>
        </p:spPr>
        <p:txBody>
          <a:bodyPr anchor="b">
            <a:normAutofit/>
          </a:bodyPr>
          <a:lstStyle>
            <a:lvl1pPr>
              <a:defRPr sz="3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29244" y="3602038"/>
            <a:ext cx="9733512" cy="1500187"/>
          </a:xfrm>
        </p:spPr>
        <p:txBody>
          <a:bodyPr/>
          <a:lstStyle>
            <a:lvl1pPr marL="0" indent="0" algn="ctr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7CE189-5E67-4511-90CE-987AB49F9952}" type="datetimeFigureOut">
              <a:rPr lang="en-US" smtClean="0"/>
              <a:t>9/29/2025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7FF998-3A5B-4989-9900-9B027C2E43D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576711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5" y="609600"/>
            <a:ext cx="10353761" cy="1326321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13795" y="2088319"/>
            <a:ext cx="5106004" cy="370288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3403" y="2088319"/>
            <a:ext cx="5094154" cy="370288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7CE189-5E67-4511-90CE-987AB49F9952}" type="datetimeFigureOut">
              <a:rPr lang="en-US" smtClean="0"/>
              <a:t>9/29/2025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7FF998-3A5B-4989-9900-9B027C2E43D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6494780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5" y="609600"/>
            <a:ext cx="10353761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804" y="2088320"/>
            <a:ext cx="4879199" cy="823912"/>
          </a:xfrm>
        </p:spPr>
        <p:txBody>
          <a:bodyPr anchor="b"/>
          <a:lstStyle>
            <a:lvl1pPr marL="0" indent="0">
              <a:lnSpc>
                <a:spcPct val="100000"/>
              </a:lnSpc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913795" y="2912232"/>
            <a:ext cx="5107208" cy="287896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02003" y="2088320"/>
            <a:ext cx="4865554" cy="823912"/>
          </a:xfrm>
        </p:spPr>
        <p:txBody>
          <a:bodyPr anchor="b"/>
          <a:lstStyle>
            <a:lvl1pPr marL="0" indent="0">
              <a:lnSpc>
                <a:spcPct val="100000"/>
              </a:lnSpc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912232"/>
            <a:ext cx="5095357" cy="287896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7CE189-5E67-4511-90CE-987AB49F9952}" type="datetimeFigureOut">
              <a:rPr lang="en-US" smtClean="0"/>
              <a:t>9/29/2025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7FF998-3A5B-4989-9900-9B027C2E43D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820346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7CE189-5E67-4511-90CE-987AB49F9952}" type="datetimeFigureOut">
              <a:rPr lang="en-US" smtClean="0"/>
              <a:t>9/29/2025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7FF998-3A5B-4989-9900-9B027C2E43D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635810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7CE189-5E67-4511-90CE-987AB49F9952}" type="datetimeFigureOut">
              <a:rPr lang="en-US" smtClean="0"/>
              <a:t>9/29/2025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7FF998-3A5B-4989-9900-9B027C2E43D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78368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7228" y="609600"/>
            <a:ext cx="3932237" cy="2362200"/>
          </a:xfrm>
        </p:spPr>
        <p:txBody>
          <a:bodyPr anchor="b">
            <a:normAutofit/>
          </a:bodyPr>
          <a:lstStyle>
            <a:lvl1pPr>
              <a:defRPr sz="2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078064" y="609600"/>
            <a:ext cx="6189492" cy="5181600"/>
          </a:xfrm>
        </p:spPr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7228" y="2971800"/>
            <a:ext cx="3932237" cy="2819399"/>
          </a:xfrm>
        </p:spPr>
        <p:txBody>
          <a:bodyPr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7CE189-5E67-4511-90CE-987AB49F9952}" type="datetimeFigureOut">
              <a:rPr lang="en-US" smtClean="0"/>
              <a:t>9/29/2025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7FF998-3A5B-4989-9900-9B027C2E43D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6013844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7227" y="609600"/>
            <a:ext cx="5929773" cy="2362200"/>
          </a:xfrm>
        </p:spPr>
        <p:txBody>
          <a:bodyPr anchor="b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424804" y="758881"/>
            <a:ext cx="3255356" cy="4883038"/>
          </a:xfrm>
          <a:noFill/>
          <a:ln w="1905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  <p:txBody>
          <a:bodyPr anchor="t"/>
          <a:lstStyle>
            <a:lvl1pPr marL="0" indent="0" algn="ctr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4" y="2971800"/>
            <a:ext cx="5934950" cy="2819400"/>
          </a:xfrm>
        </p:spPr>
        <p:txBody>
          <a:bodyPr>
            <a:normAutofit/>
          </a:bodyPr>
          <a:lstStyle>
            <a:lvl1pPr marL="0" indent="0" algn="ctr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7CE189-5E67-4511-90CE-987AB49F9952}" type="datetimeFigureOut">
              <a:rPr lang="en-US" smtClean="0"/>
              <a:t>9/29/2025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7FF998-3A5B-4989-9900-9B027C2E43D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7808016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806" y="4289372"/>
            <a:ext cx="10367564" cy="819355"/>
          </a:xfrm>
        </p:spPr>
        <p:txBody>
          <a:bodyPr anchor="b">
            <a:normAutofit/>
          </a:bodyPr>
          <a:lstStyle>
            <a:lvl1pPr>
              <a:defRPr sz="2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913806" y="621321"/>
            <a:ext cx="10367564" cy="3379735"/>
          </a:xfrm>
          <a:noFill/>
          <a:ln w="1905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  <p:txBody>
          <a:bodyPr anchor="t"/>
          <a:lstStyle>
            <a:lvl1pPr marL="0" indent="0" algn="ctr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5" y="5108728"/>
            <a:ext cx="10365998" cy="682472"/>
          </a:xfrm>
        </p:spPr>
        <p:txBody>
          <a:bodyPr>
            <a:normAutofit/>
          </a:bodyPr>
          <a:lstStyle>
            <a:lvl1pPr marL="0" indent="0" algn="ctr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7CE189-5E67-4511-90CE-987AB49F9952}" type="datetimeFigureOut">
              <a:rPr lang="en-US" smtClean="0"/>
              <a:t>9/29/2025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7FF998-3A5B-4989-9900-9B027C2E43D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2007453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5" y="609600"/>
            <a:ext cx="10353762" cy="3424859"/>
          </a:xfrm>
        </p:spPr>
        <p:txBody>
          <a:bodyPr anchor="ctr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5" y="4204820"/>
            <a:ext cx="10353761" cy="1592186"/>
          </a:xfrm>
        </p:spPr>
        <p:txBody>
          <a:bodyPr anchor="ctr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7CE189-5E67-4511-90CE-987AB49F9952}" type="datetimeFigureOut">
              <a:rPr lang="en-US" smtClean="0"/>
              <a:t>9/29/2025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7FF998-3A5B-4989-9900-9B027C2E43D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40973324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2" y="609600"/>
            <a:ext cx="9302752" cy="2992904"/>
          </a:xfrm>
        </p:spPr>
        <p:txBody>
          <a:bodyPr anchor="ctr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720644" y="3610032"/>
            <a:ext cx="8752299" cy="426812"/>
          </a:xfrm>
        </p:spPr>
        <p:txBody>
          <a:bodyPr anchor="t">
            <a:normAutofit/>
          </a:bodyPr>
          <a:lstStyle>
            <a:lvl1pPr marL="0" indent="0" algn="r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4" y="4204821"/>
            <a:ext cx="10353762" cy="1586380"/>
          </a:xfrm>
        </p:spPr>
        <p:txBody>
          <a:bodyPr anchor="ctr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7CE189-5E67-4511-90CE-987AB49F9952}" type="datetimeFigureOut">
              <a:rPr lang="en-US" smtClean="0"/>
              <a:t>9/29/2025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7FF998-3A5B-4989-9900-9B027C2E43D5}" type="slidenum">
              <a:rPr lang="en-US" smtClean="0"/>
              <a:t>‹#›</a:t>
            </a:fld>
            <a:endParaRPr lang="en-US"/>
          </a:p>
        </p:txBody>
      </p:sp>
      <p:sp>
        <p:nvSpPr>
          <p:cNvPr id="11" name="TextBox 10"/>
          <p:cNvSpPr txBox="1"/>
          <p:nvPr/>
        </p:nvSpPr>
        <p:spPr>
          <a:xfrm>
            <a:off x="836612" y="735241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57956" y="2972093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114266862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806" y="2126942"/>
            <a:ext cx="10355327" cy="2511835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4" y="4650556"/>
            <a:ext cx="10353763" cy="1140644"/>
          </a:xfrm>
        </p:spPr>
        <p:txBody>
          <a:bodyPr anchor="t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7CE189-5E67-4511-90CE-987AB49F9952}" type="datetimeFigureOut">
              <a:rPr lang="en-US" smtClean="0"/>
              <a:t>9/29/2025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7FF998-3A5B-4989-9900-9B027C2E43D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68019775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913794" y="609600"/>
            <a:ext cx="10353762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913794" y="2088319"/>
            <a:ext cx="3298956" cy="823305"/>
          </a:xfrm>
        </p:spPr>
        <p:txBody>
          <a:bodyPr anchor="b">
            <a:noAutofit/>
          </a:bodyPr>
          <a:lstStyle>
            <a:lvl1pPr marL="0" indent="0" algn="ctr">
              <a:lnSpc>
                <a:spcPct val="100000"/>
              </a:lnSpc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913794" y="2911624"/>
            <a:ext cx="3298956" cy="2879576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44878" y="2088320"/>
            <a:ext cx="3298558" cy="823304"/>
          </a:xfrm>
        </p:spPr>
        <p:txBody>
          <a:bodyPr anchor="b">
            <a:noAutofit/>
          </a:bodyPr>
          <a:lstStyle>
            <a:lvl1pPr marL="0" indent="0" algn="ctr">
              <a:lnSpc>
                <a:spcPct val="100000"/>
              </a:lnSpc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444878" y="2911624"/>
            <a:ext cx="3299821" cy="2879576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973298" y="2088320"/>
            <a:ext cx="3291211" cy="823304"/>
          </a:xfrm>
        </p:spPr>
        <p:txBody>
          <a:bodyPr anchor="b">
            <a:noAutofit/>
          </a:bodyPr>
          <a:lstStyle>
            <a:lvl1pPr marL="0" indent="0" algn="ctr">
              <a:lnSpc>
                <a:spcPct val="100000"/>
              </a:lnSpc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7976346" y="2911624"/>
            <a:ext cx="3291211" cy="2879576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7CE189-5E67-4511-90CE-987AB49F9952}" type="datetimeFigureOut">
              <a:rPr lang="en-US" smtClean="0"/>
              <a:t>9/29/2025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7FF998-3A5B-4989-9900-9B027C2E43D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78710137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913795" y="609600"/>
            <a:ext cx="10353762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913795" y="4195899"/>
            <a:ext cx="3298955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100000"/>
              </a:lnSpc>
              <a:buNone/>
              <a:defRPr sz="20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1092020" y="2298987"/>
            <a:ext cx="2940050" cy="1524000"/>
          </a:xfrm>
          <a:prstGeom prst="roundRect">
            <a:avLst>
              <a:gd name="adj" fmla="val 0"/>
            </a:avLst>
          </a:prstGeom>
          <a:noFill/>
          <a:ln w="14605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913795" y="4772161"/>
            <a:ext cx="3298955" cy="1019038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42701" y="4195899"/>
            <a:ext cx="3298983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100000"/>
              </a:lnSpc>
              <a:buNone/>
              <a:defRPr sz="20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568996" y="2298987"/>
            <a:ext cx="2930525" cy="1524000"/>
          </a:xfrm>
          <a:prstGeom prst="roundRect">
            <a:avLst>
              <a:gd name="adj" fmla="val 0"/>
            </a:avLst>
          </a:prstGeom>
          <a:noFill/>
          <a:ln w="14605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441348" y="4772160"/>
            <a:ext cx="3300336" cy="1019038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973423" y="4195899"/>
            <a:ext cx="3289900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100000"/>
              </a:lnSpc>
              <a:buNone/>
              <a:defRPr sz="20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8152803" y="2298987"/>
            <a:ext cx="2932113" cy="1524000"/>
          </a:xfrm>
          <a:prstGeom prst="roundRect">
            <a:avLst>
              <a:gd name="adj" fmla="val 0"/>
            </a:avLst>
          </a:prstGeom>
          <a:noFill/>
          <a:ln w="14605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7973298" y="4772161"/>
            <a:ext cx="3294258" cy="1019037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7CE189-5E67-4511-90CE-987AB49F9952}" type="datetimeFigureOut">
              <a:rPr lang="en-US" smtClean="0"/>
              <a:t>9/29/2025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7FF998-3A5B-4989-9900-9B027C2E43D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42988174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7CE189-5E67-4511-90CE-987AB49F9952}" type="datetimeFigureOut">
              <a:rPr lang="en-US" smtClean="0"/>
              <a:t>9/29/2025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7FF998-3A5B-4989-9900-9B027C2E43D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35881973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609599"/>
            <a:ext cx="2542657" cy="5181601"/>
          </a:xfrm>
        </p:spPr>
        <p:txBody>
          <a:bodyPr vert="eaVert"/>
          <a:lstStyle>
            <a:lvl1pPr algn="l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913794" y="609599"/>
            <a:ext cx="7658705" cy="5181601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7CE189-5E67-4511-90CE-987AB49F9952}" type="datetimeFigureOut">
              <a:rPr lang="en-US" smtClean="0"/>
              <a:t>9/29/2025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7FF998-3A5B-4989-9900-9B027C2E43D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7759970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913795" y="609600"/>
            <a:ext cx="10353761" cy="132632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13795" y="2096064"/>
            <a:ext cx="10353762" cy="369513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678736" y="5883275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E7CE189-5E67-4511-90CE-987AB49F9952}" type="datetimeFigureOut">
              <a:rPr lang="en-US" smtClean="0"/>
              <a:t>9/29/2025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913794" y="5883275"/>
            <a:ext cx="667286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514011" y="5883275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27FF998-3A5B-4989-9900-9B027C2E43D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17718121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78" r:id="rId1"/>
    <p:sldLayoutId id="2147483679" r:id="rId2"/>
    <p:sldLayoutId id="2147483680" r:id="rId3"/>
    <p:sldLayoutId id="2147483681" r:id="rId4"/>
    <p:sldLayoutId id="2147483682" r:id="rId5"/>
    <p:sldLayoutId id="2147483683" r:id="rId6"/>
    <p:sldLayoutId id="2147483684" r:id="rId7"/>
    <p:sldLayoutId id="2147483685" r:id="rId8"/>
    <p:sldLayoutId id="2147483686" r:id="rId9"/>
    <p:sldLayoutId id="2147483687" r:id="rId10"/>
    <p:sldLayoutId id="2147483688" r:id="rId11"/>
    <p:sldLayoutId id="2147483689" r:id="rId12"/>
    <p:sldLayoutId id="2147483690" r:id="rId13"/>
    <p:sldLayoutId id="2147483691" r:id="rId14"/>
    <p:sldLayoutId id="2147483692" r:id="rId15"/>
    <p:sldLayoutId id="2147483693" r:id="rId16"/>
    <p:sldLayoutId id="2147483694" r:id="rId17"/>
  </p:sldLayoutIdLst>
  <p:txStyles>
    <p:titleStyle>
      <a:lvl1pPr algn="ctr" defTabSz="914400" rtl="0" eaLnBrk="1" latinLnBrk="0" hangingPunct="1">
        <a:lnSpc>
          <a:spcPct val="90000"/>
        </a:lnSpc>
        <a:spcBef>
          <a:spcPct val="0"/>
        </a:spcBef>
        <a:buNone/>
        <a:defRPr sz="3400" b="1" i="0" kern="1200" cap="all">
          <a:solidFill>
            <a:schemeClr val="tx1"/>
          </a:solidFill>
          <a:effectLst>
            <a:outerShdw blurRad="50800" dist="63500" dir="2700000" algn="tl" rotWithShape="0">
              <a:srgbClr val="000000">
                <a:alpha val="48000"/>
              </a:srgbClr>
            </a:outerShdw>
          </a:effectLst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effectLst>
            <a:outerShdw blurRad="50800" dist="38100" dir="2700000" algn="tl" rotWithShape="0">
              <a:srgbClr val="000000">
                <a:alpha val="48000"/>
              </a:srgbClr>
            </a:outerShdw>
          </a:effectLst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effectLst>
            <a:outerShdw blurRad="50800" dist="38100" dir="2700000" algn="tl" rotWithShape="0">
              <a:srgbClr val="000000">
                <a:alpha val="48000"/>
              </a:srgbClr>
            </a:outerShdw>
          </a:effectLst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effectLst>
            <a:outerShdw blurRad="50800" dist="38100" dir="2700000" algn="tl" rotWithShape="0">
              <a:srgbClr val="000000">
                <a:alpha val="48000"/>
              </a:srgbClr>
            </a:outerShdw>
          </a:effectLst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effectLst>
            <a:outerShdw blurRad="50800" dist="38100" dir="2700000" algn="tl" rotWithShape="0">
              <a:srgbClr val="000000">
                <a:alpha val="48000"/>
              </a:srgbClr>
            </a:outerShdw>
          </a:effectLst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effectLst>
            <a:outerShdw blurRad="50800" dist="38100" dir="2700000" algn="tl" rotWithShape="0">
              <a:srgbClr val="000000">
                <a:alpha val="48000"/>
              </a:srgbClr>
            </a:outerShdw>
          </a:effectLst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effectLst>
            <a:outerShdw blurRad="50800" dist="38100" dir="2700000" algn="tl" rotWithShape="0">
              <a:srgbClr val="000000">
                <a:alpha val="48000"/>
              </a:srgbClr>
            </a:outerShdw>
          </a:effectLst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effectLst>
            <a:outerShdw blurRad="50800" dist="38100" dir="2700000" algn="tl" rotWithShape="0">
              <a:srgbClr val="000000">
                <a:alpha val="48000"/>
              </a:srgbClr>
            </a:outerShdw>
          </a:effectLst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effectLst>
            <a:outerShdw blurRad="50800" dist="38100" dir="2700000" algn="tl" rotWithShape="0">
              <a:srgbClr val="000000">
                <a:alpha val="48000"/>
              </a:srgbClr>
            </a:outerShdw>
          </a:effectLst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effectLst>
            <a:outerShdw blurRad="50800" dist="38100" dir="2700000" algn="tl" rotWithShape="0">
              <a:srgbClr val="000000">
                <a:alpha val="48000"/>
              </a:srgbClr>
            </a:outerShdw>
          </a:effectLst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372445-F0D3-0299-D635-B9C3FBF09EA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13806" y="1251290"/>
            <a:ext cx="11164388" cy="1767841"/>
          </a:xfrm>
        </p:spPr>
        <p:txBody>
          <a:bodyPr>
            <a:noAutofit/>
          </a:bodyPr>
          <a:lstStyle/>
          <a:p>
            <a:pPr algn="ctr"/>
            <a:r>
              <a:rPr lang="en-US" sz="3600" b="1" dirty="0" err="1"/>
              <a:t>Thuyết</a:t>
            </a:r>
            <a:r>
              <a:rPr lang="en-US" sz="3600" b="1" dirty="0"/>
              <a:t> </a:t>
            </a:r>
            <a:r>
              <a:rPr lang="en-US" sz="3600" b="1" dirty="0" err="1"/>
              <a:t>trình</a:t>
            </a:r>
            <a:r>
              <a:rPr lang="en-US" sz="3600" b="1" dirty="0"/>
              <a:t> </a:t>
            </a:r>
            <a:r>
              <a:rPr lang="en-US" sz="3600" b="1" dirty="0" err="1"/>
              <a:t>bảo</a:t>
            </a:r>
            <a:r>
              <a:rPr lang="en-US" sz="3600" b="1" dirty="0"/>
              <a:t> </a:t>
            </a:r>
            <a:r>
              <a:rPr lang="en-US" sz="3600" b="1" dirty="0" err="1"/>
              <a:t>vệ</a:t>
            </a:r>
            <a:r>
              <a:rPr lang="en-US" sz="3600" b="1" dirty="0"/>
              <a:t> </a:t>
            </a:r>
            <a:r>
              <a:rPr lang="en-US" sz="3600" b="1" dirty="0" err="1"/>
              <a:t>đồ</a:t>
            </a:r>
            <a:r>
              <a:rPr lang="en-US" sz="3600" b="1" dirty="0"/>
              <a:t> </a:t>
            </a:r>
            <a:r>
              <a:rPr lang="en-US" sz="3600" b="1" dirty="0" err="1"/>
              <a:t>án</a:t>
            </a:r>
            <a:r>
              <a:rPr lang="en-US" sz="3600" b="1" dirty="0"/>
              <a:t> </a:t>
            </a:r>
            <a:r>
              <a:rPr lang="en-US" sz="3600" b="1" dirty="0" err="1"/>
              <a:t>cuối</a:t>
            </a:r>
            <a:r>
              <a:rPr lang="en-US" sz="3600" b="1" dirty="0"/>
              <a:t> </a:t>
            </a:r>
            <a:r>
              <a:rPr lang="en-US" sz="3600" b="1" dirty="0" err="1"/>
              <a:t>khóa</a:t>
            </a:r>
            <a:br>
              <a:rPr lang="en-US" sz="4400" b="1" dirty="0"/>
            </a:br>
            <a:br>
              <a:rPr lang="en-US" sz="4400" b="1" dirty="0"/>
            </a:br>
            <a:r>
              <a:rPr lang="en-US" sz="3200" b="1" dirty="0"/>
              <a:t>Archer Shooter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0FEAAC2-18F6-66B0-4349-FA9728B5422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101635" y="3019131"/>
            <a:ext cx="9988730" cy="3542780"/>
          </a:xfrm>
        </p:spPr>
        <p:txBody>
          <a:bodyPr>
            <a:noAutofit/>
          </a:bodyPr>
          <a:lstStyle/>
          <a:p>
            <a:pPr algn="l"/>
            <a:r>
              <a:rPr lang="en-US" sz="3000" dirty="0" err="1"/>
              <a:t>Họ</a:t>
            </a:r>
            <a:r>
              <a:rPr lang="en-US" sz="3000" dirty="0"/>
              <a:t> </a:t>
            </a:r>
            <a:r>
              <a:rPr lang="en-US" sz="3000" dirty="0" err="1"/>
              <a:t>tên</a:t>
            </a:r>
            <a:r>
              <a:rPr lang="en-US" sz="3000" dirty="0"/>
              <a:t>: </a:t>
            </a:r>
            <a:r>
              <a:rPr lang="en-US" sz="3000" dirty="0" err="1"/>
              <a:t>Diệp</a:t>
            </a:r>
            <a:r>
              <a:rPr lang="en-US" sz="3000" dirty="0"/>
              <a:t> </a:t>
            </a:r>
            <a:r>
              <a:rPr lang="en-US" sz="3000" dirty="0" err="1"/>
              <a:t>Hiếu</a:t>
            </a:r>
            <a:r>
              <a:rPr lang="en-US" sz="3000" dirty="0"/>
              <a:t> </a:t>
            </a:r>
            <a:r>
              <a:rPr lang="en-US" sz="3000" dirty="0" err="1"/>
              <a:t>Nghĩa</a:t>
            </a:r>
            <a:endParaRPr lang="en-US" sz="3000" dirty="0"/>
          </a:p>
          <a:p>
            <a:pPr algn="l"/>
            <a:r>
              <a:rPr lang="en-US" sz="3000" dirty="0" err="1"/>
              <a:t>Lớp</a:t>
            </a:r>
            <a:r>
              <a:rPr lang="en-US" sz="3000" dirty="0"/>
              <a:t>: CF-CIT 2D002</a:t>
            </a:r>
          </a:p>
          <a:p>
            <a:pPr algn="l"/>
            <a:r>
              <a:rPr lang="en-US" sz="3000" dirty="0" err="1"/>
              <a:t>Giảng</a:t>
            </a:r>
            <a:r>
              <a:rPr lang="en-US" sz="3000" dirty="0"/>
              <a:t> </a:t>
            </a:r>
            <a:r>
              <a:rPr lang="en-US" sz="3000" dirty="0" err="1"/>
              <a:t>viên</a:t>
            </a:r>
            <a:r>
              <a:rPr lang="en-US" sz="3000" dirty="0"/>
              <a:t> </a:t>
            </a:r>
            <a:r>
              <a:rPr lang="en-US" sz="3000" dirty="0" err="1"/>
              <a:t>hướng</a:t>
            </a:r>
            <a:r>
              <a:rPr lang="en-US" sz="3000" dirty="0"/>
              <a:t> </a:t>
            </a:r>
            <a:r>
              <a:rPr lang="en-US" sz="3000" dirty="0" err="1"/>
              <a:t>dẫn</a:t>
            </a:r>
            <a:r>
              <a:rPr lang="en-US" sz="3000" dirty="0"/>
              <a:t>: Phùng </a:t>
            </a:r>
            <a:r>
              <a:rPr lang="en-US" sz="3000" dirty="0" err="1"/>
              <a:t>Khắc</a:t>
            </a:r>
            <a:r>
              <a:rPr lang="en-US" sz="3000" dirty="0"/>
              <a:t> Phương</a:t>
            </a:r>
          </a:p>
          <a:p>
            <a:pPr algn="l"/>
            <a:r>
              <a:rPr lang="en-US" sz="3000" dirty="0" err="1"/>
              <a:t>Thể</a:t>
            </a:r>
            <a:r>
              <a:rPr lang="en-US" sz="3000" dirty="0"/>
              <a:t> </a:t>
            </a:r>
            <a:r>
              <a:rPr lang="en-US" sz="3000" dirty="0" err="1"/>
              <a:t>loại</a:t>
            </a:r>
            <a:r>
              <a:rPr lang="en-US" sz="3000" dirty="0"/>
              <a:t>: Rogue-like</a:t>
            </a:r>
          </a:p>
        </p:txBody>
      </p:sp>
    </p:spTree>
    <p:extLst>
      <p:ext uri="{BB962C8B-B14F-4D97-AF65-F5344CB8AC3E}">
        <p14:creationId xmlns:p14="http://schemas.microsoft.com/office/powerpoint/2010/main" val="367988390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0B895B-8ADA-6AEF-C315-874001F8B2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 err="1"/>
              <a:t>Lối</a:t>
            </a:r>
            <a:r>
              <a:rPr lang="en-US" b="1" dirty="0"/>
              <a:t> </a:t>
            </a:r>
            <a:r>
              <a:rPr lang="en-US" b="1" dirty="0" err="1"/>
              <a:t>chơi</a:t>
            </a:r>
            <a:endParaRPr lang="en-US" b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7EF8FDD-9C41-FACC-7B9C-54FF4201D05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4000" dirty="0" err="1"/>
              <a:t>Nhân</a:t>
            </a:r>
            <a:r>
              <a:rPr lang="en-US" sz="4000" dirty="0"/>
              <a:t> </a:t>
            </a:r>
            <a:r>
              <a:rPr lang="en-US" sz="4000" dirty="0" err="1"/>
              <a:t>vật</a:t>
            </a:r>
            <a:r>
              <a:rPr lang="en-US" sz="4000" dirty="0"/>
              <a:t> </a:t>
            </a:r>
            <a:r>
              <a:rPr lang="en-US" sz="4000" dirty="0" err="1"/>
              <a:t>sinh</a:t>
            </a:r>
            <a:r>
              <a:rPr lang="en-US" sz="4000" dirty="0"/>
              <a:t> </a:t>
            </a:r>
            <a:r>
              <a:rPr lang="en-US" sz="4000" dirty="0" err="1"/>
              <a:t>tồn</a:t>
            </a:r>
            <a:r>
              <a:rPr lang="en-US" sz="4000" dirty="0"/>
              <a:t> qua </a:t>
            </a:r>
            <a:r>
              <a:rPr lang="en-US" sz="4000" dirty="0" err="1"/>
              <a:t>các</a:t>
            </a:r>
            <a:r>
              <a:rPr lang="en-US" sz="4000" dirty="0"/>
              <a:t> </a:t>
            </a:r>
            <a:r>
              <a:rPr lang="en-US" sz="4000" dirty="0" err="1"/>
              <a:t>vòng</a:t>
            </a:r>
            <a:r>
              <a:rPr lang="en-US" sz="4000" dirty="0"/>
              <a:t> </a:t>
            </a:r>
            <a:r>
              <a:rPr lang="en-US" sz="4000" dirty="0" err="1"/>
              <a:t>chơi</a:t>
            </a:r>
            <a:r>
              <a:rPr lang="en-US" sz="4000" dirty="0"/>
              <a:t>, </a:t>
            </a:r>
            <a:r>
              <a:rPr lang="en-US" sz="4000" dirty="0" err="1"/>
              <a:t>thu</a:t>
            </a:r>
            <a:r>
              <a:rPr lang="en-US" sz="4000" dirty="0"/>
              <a:t> </a:t>
            </a:r>
            <a:r>
              <a:rPr lang="en-US" sz="4000" dirty="0" err="1"/>
              <a:t>thập</a:t>
            </a:r>
            <a:r>
              <a:rPr lang="en-US" sz="4000" dirty="0"/>
              <a:t> </a:t>
            </a:r>
            <a:r>
              <a:rPr lang="en-US" sz="4000" dirty="0" err="1"/>
              <a:t>các</a:t>
            </a:r>
            <a:r>
              <a:rPr lang="en-US" sz="4000" dirty="0"/>
              <a:t> power up </a:t>
            </a:r>
            <a:r>
              <a:rPr lang="en-US" sz="4000" dirty="0" err="1"/>
              <a:t>để</a:t>
            </a:r>
            <a:r>
              <a:rPr lang="en-US" sz="4000" dirty="0"/>
              <a:t> </a:t>
            </a:r>
            <a:r>
              <a:rPr lang="en-US" sz="4000" dirty="0" err="1"/>
              <a:t>đánh</a:t>
            </a:r>
            <a:r>
              <a:rPr lang="en-US" sz="4000" dirty="0"/>
              <a:t> </a:t>
            </a:r>
            <a:r>
              <a:rPr lang="en-US" sz="4000" dirty="0" err="1"/>
              <a:t>quái</a:t>
            </a:r>
            <a:r>
              <a:rPr lang="en-US" sz="4000" dirty="0"/>
              <a:t> </a:t>
            </a:r>
            <a:r>
              <a:rPr lang="en-US" sz="4000" dirty="0" err="1"/>
              <a:t>và</a:t>
            </a:r>
            <a:r>
              <a:rPr lang="en-US" sz="4000" dirty="0"/>
              <a:t> qua </a:t>
            </a:r>
            <a:r>
              <a:rPr lang="en-US" sz="4000" dirty="0" err="1"/>
              <a:t>màn</a:t>
            </a:r>
            <a:r>
              <a:rPr lang="en-US" sz="40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55651123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15F932-9AFD-D5C5-1B57-2B4E38F86A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119" y="374469"/>
            <a:ext cx="10353761" cy="1326321"/>
          </a:xfrm>
        </p:spPr>
        <p:txBody>
          <a:bodyPr/>
          <a:lstStyle/>
          <a:p>
            <a:r>
              <a:rPr lang="en-US" b="1" dirty="0"/>
              <a:t>Công </a:t>
            </a:r>
            <a:r>
              <a:rPr lang="en-US" b="1" dirty="0" err="1"/>
              <a:t>nghệ</a:t>
            </a:r>
            <a:r>
              <a:rPr lang="en-US" b="1" dirty="0"/>
              <a:t> </a:t>
            </a:r>
            <a:r>
              <a:rPr lang="en-US" b="1" dirty="0" err="1"/>
              <a:t>thực</a:t>
            </a:r>
            <a:r>
              <a:rPr lang="en-US" b="1" dirty="0"/>
              <a:t> </a:t>
            </a:r>
            <a:r>
              <a:rPr lang="en-US" b="1" dirty="0" err="1"/>
              <a:t>hiện</a:t>
            </a:r>
            <a:r>
              <a:rPr lang="en-US" b="1" dirty="0"/>
              <a:t> </a:t>
            </a:r>
            <a:r>
              <a:rPr lang="en-US" b="1" dirty="0" err="1"/>
              <a:t>được</a:t>
            </a:r>
            <a:endParaRPr lang="en-US" b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B56C391-BDC6-7468-9B4D-A11E0E0C9A4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57201" y="1700790"/>
            <a:ext cx="10877595" cy="4430765"/>
          </a:xfrm>
        </p:spPr>
        <p:txBody>
          <a:bodyPr>
            <a:normAutofit/>
          </a:bodyPr>
          <a:lstStyle/>
          <a:p>
            <a:pPr marL="800100" lvl="2" indent="-342900">
              <a:spcBef>
                <a:spcPts val="1000"/>
              </a:spcBef>
            </a:pPr>
            <a:r>
              <a:rPr lang="en-US" sz="2400"/>
              <a:t>Animation retarget, </a:t>
            </a:r>
            <a:r>
              <a:rPr lang="en-US" sz="2400" dirty="0"/>
              <a:t>blend tree, IK bones. </a:t>
            </a:r>
          </a:p>
          <a:p>
            <a:pPr marL="800100" lvl="2" indent="-342900">
              <a:spcBef>
                <a:spcPts val="1000"/>
              </a:spcBef>
            </a:pPr>
            <a:r>
              <a:rPr lang="en-US" sz="2400" dirty="0"/>
              <a:t>State Pattern (</a:t>
            </a:r>
            <a:r>
              <a:rPr lang="en-US" sz="2400" dirty="0" err="1"/>
              <a:t>tấn</a:t>
            </a:r>
            <a:r>
              <a:rPr lang="en-US" sz="2400" dirty="0"/>
              <a:t> </a:t>
            </a:r>
            <a:r>
              <a:rPr lang="en-US" sz="2400" dirty="0" err="1"/>
              <a:t>công</a:t>
            </a:r>
            <a:r>
              <a:rPr lang="en-US" sz="2400" dirty="0"/>
              <a:t> </a:t>
            </a:r>
            <a:r>
              <a:rPr lang="en-US" sz="2400" dirty="0" err="1"/>
              <a:t>của</a:t>
            </a:r>
            <a:r>
              <a:rPr lang="en-US" sz="2400" dirty="0"/>
              <a:t> </a:t>
            </a:r>
            <a:r>
              <a:rPr lang="en-US" sz="2400" dirty="0" err="1"/>
              <a:t>nhân</a:t>
            </a:r>
            <a:r>
              <a:rPr lang="en-US" sz="2400" dirty="0"/>
              <a:t> </a:t>
            </a:r>
            <a:r>
              <a:rPr lang="en-US" sz="2400" dirty="0" err="1"/>
              <a:t>vật</a:t>
            </a:r>
            <a:r>
              <a:rPr lang="en-US" sz="2400" dirty="0"/>
              <a:t>, </a:t>
            </a:r>
            <a:r>
              <a:rPr lang="en-US" sz="2400" dirty="0" err="1"/>
              <a:t>trạng</a:t>
            </a:r>
            <a:r>
              <a:rPr lang="en-US" sz="2400" dirty="0"/>
              <a:t> </a:t>
            </a:r>
            <a:r>
              <a:rPr lang="en-US" sz="2400" dirty="0" err="1"/>
              <a:t>thái</a:t>
            </a:r>
            <a:r>
              <a:rPr lang="en-US" sz="2400" dirty="0"/>
              <a:t> </a:t>
            </a:r>
            <a:r>
              <a:rPr lang="en-US" sz="2400" dirty="0" err="1"/>
              <a:t>quái</a:t>
            </a:r>
            <a:r>
              <a:rPr lang="en-US" sz="2400" dirty="0"/>
              <a:t> </a:t>
            </a:r>
            <a:r>
              <a:rPr lang="en-US" sz="2400" dirty="0" err="1"/>
              <a:t>vật</a:t>
            </a:r>
            <a:r>
              <a:rPr lang="en-US" sz="2400" dirty="0"/>
              <a:t>).</a:t>
            </a:r>
          </a:p>
          <a:p>
            <a:pPr marL="800100" lvl="2" indent="-342900">
              <a:spcBef>
                <a:spcPts val="1000"/>
              </a:spcBef>
            </a:pPr>
            <a:r>
              <a:rPr lang="en-US" sz="2400" dirty="0"/>
              <a:t>Projectile bao </a:t>
            </a:r>
            <a:r>
              <a:rPr lang="en-US" sz="2400" dirty="0" err="1"/>
              <a:t>gồm</a:t>
            </a:r>
            <a:r>
              <a:rPr lang="en-US" sz="2400" dirty="0"/>
              <a:t> </a:t>
            </a:r>
            <a:r>
              <a:rPr lang="en-US" sz="2400" dirty="0" err="1"/>
              <a:t>bóng</a:t>
            </a:r>
            <a:r>
              <a:rPr lang="en-US" sz="2400" dirty="0"/>
              <a:t> </a:t>
            </a:r>
            <a:r>
              <a:rPr lang="en-US" sz="2400" dirty="0" err="1"/>
              <a:t>lửa</a:t>
            </a:r>
            <a:r>
              <a:rPr lang="en-US" sz="2400" dirty="0"/>
              <a:t>, </a:t>
            </a:r>
            <a:r>
              <a:rPr lang="en-US" sz="2400" dirty="0" err="1"/>
              <a:t>cung</a:t>
            </a:r>
            <a:r>
              <a:rPr lang="en-US" sz="2400" dirty="0"/>
              <a:t> </a:t>
            </a:r>
            <a:r>
              <a:rPr lang="en-US" sz="2400" dirty="0" err="1"/>
              <a:t>tên</a:t>
            </a:r>
            <a:r>
              <a:rPr lang="en-US" sz="2400" dirty="0"/>
              <a:t> </a:t>
            </a:r>
            <a:r>
              <a:rPr lang="en-US" sz="2400" dirty="0" err="1"/>
              <a:t>và</a:t>
            </a:r>
            <a:r>
              <a:rPr lang="en-US" sz="2400" dirty="0"/>
              <a:t> spawn </a:t>
            </a:r>
            <a:r>
              <a:rPr lang="en-US" sz="2400" dirty="0" err="1"/>
              <a:t>quái</a:t>
            </a:r>
            <a:r>
              <a:rPr lang="en-US" sz="2400" dirty="0"/>
              <a:t> </a:t>
            </a:r>
            <a:r>
              <a:rPr lang="en-US" sz="2400" dirty="0" err="1"/>
              <a:t>vật</a:t>
            </a:r>
            <a:r>
              <a:rPr lang="en-US" sz="2400" dirty="0"/>
              <a:t> </a:t>
            </a:r>
            <a:r>
              <a:rPr lang="en-US" sz="2400" dirty="0" err="1"/>
              <a:t>ngẫu</a:t>
            </a:r>
            <a:r>
              <a:rPr lang="en-US" sz="2400" dirty="0"/>
              <a:t> </a:t>
            </a:r>
            <a:r>
              <a:rPr lang="en-US" sz="2400" dirty="0" err="1"/>
              <a:t>nhiên</a:t>
            </a:r>
            <a:r>
              <a:rPr lang="en-US" sz="2400" dirty="0"/>
              <a:t> </a:t>
            </a:r>
            <a:r>
              <a:rPr lang="en-US" sz="2400" dirty="0" err="1"/>
              <a:t>thông</a:t>
            </a:r>
            <a:r>
              <a:rPr lang="en-US" sz="2400" dirty="0"/>
              <a:t> qua Object Pooling.</a:t>
            </a:r>
          </a:p>
          <a:p>
            <a:pPr marL="800100" lvl="2" indent="-342900">
              <a:spcBef>
                <a:spcPts val="1000"/>
              </a:spcBef>
            </a:pPr>
            <a:r>
              <a:rPr lang="en-US" sz="2400" dirty="0"/>
              <a:t>Singleton </a:t>
            </a:r>
            <a:r>
              <a:rPr lang="en-US" sz="2400" dirty="0" err="1"/>
              <a:t>cho</a:t>
            </a:r>
            <a:r>
              <a:rPr lang="en-US" sz="2400" dirty="0"/>
              <a:t> </a:t>
            </a:r>
            <a:r>
              <a:rPr lang="en-US" sz="2400" dirty="0" err="1"/>
              <a:t>các</a:t>
            </a:r>
            <a:r>
              <a:rPr lang="en-US" sz="2400" dirty="0"/>
              <a:t> </a:t>
            </a:r>
            <a:r>
              <a:rPr lang="en-US" sz="2400" dirty="0" err="1"/>
              <a:t>lớp</a:t>
            </a:r>
            <a:r>
              <a:rPr lang="en-US" sz="2400" dirty="0"/>
              <a:t> </a:t>
            </a:r>
            <a:r>
              <a:rPr lang="en-US" sz="2400" dirty="0" err="1"/>
              <a:t>quản</a:t>
            </a:r>
            <a:r>
              <a:rPr lang="en-US" sz="2400" dirty="0"/>
              <a:t> </a:t>
            </a:r>
            <a:r>
              <a:rPr lang="en-US" sz="2400" dirty="0" err="1"/>
              <a:t>lý</a:t>
            </a:r>
            <a:r>
              <a:rPr lang="en-US" sz="2400" dirty="0"/>
              <a:t> </a:t>
            </a:r>
            <a:r>
              <a:rPr lang="en-US" sz="2400" dirty="0" err="1"/>
              <a:t>cơ</a:t>
            </a:r>
            <a:r>
              <a:rPr lang="en-US" sz="2400" dirty="0"/>
              <a:t> </a:t>
            </a:r>
            <a:r>
              <a:rPr lang="en-US" sz="2400" dirty="0" err="1"/>
              <a:t>chế</a:t>
            </a:r>
            <a:r>
              <a:rPr lang="en-US" sz="2400" dirty="0"/>
              <a:t> game (sound, </a:t>
            </a:r>
            <a:r>
              <a:rPr lang="en-US" sz="2400" dirty="0" err="1"/>
              <a:t>objectpool</a:t>
            </a:r>
            <a:r>
              <a:rPr lang="en-US" sz="2400" dirty="0"/>
              <a:t>, game manager, UI manager).</a:t>
            </a:r>
          </a:p>
          <a:p>
            <a:pPr marL="800100" lvl="2" indent="-342900">
              <a:spcBef>
                <a:spcPts val="1000"/>
              </a:spcBef>
            </a:pPr>
            <a:r>
              <a:rPr lang="en-US" sz="2400" dirty="0"/>
              <a:t>VFX, </a:t>
            </a:r>
            <a:r>
              <a:rPr lang="en-US" sz="2400" dirty="0" err="1"/>
              <a:t>âm</a:t>
            </a:r>
            <a:r>
              <a:rPr lang="en-US" sz="2400" dirty="0"/>
              <a:t> </a:t>
            </a:r>
            <a:r>
              <a:rPr lang="en-US" sz="2400" dirty="0" err="1"/>
              <a:t>thanh</a:t>
            </a:r>
            <a:r>
              <a:rPr lang="en-US" sz="2400" dirty="0"/>
              <a:t>, post processing (</a:t>
            </a:r>
            <a:r>
              <a:rPr lang="en-US" sz="2400" dirty="0" err="1"/>
              <a:t>chỉnh</a:t>
            </a:r>
            <a:r>
              <a:rPr lang="en-US" sz="2400" dirty="0"/>
              <a:t> </a:t>
            </a:r>
            <a:r>
              <a:rPr lang="en-US" sz="2400" dirty="0" err="1"/>
              <a:t>độ</a:t>
            </a:r>
            <a:r>
              <a:rPr lang="en-US" sz="2400" dirty="0"/>
              <a:t> </a:t>
            </a:r>
            <a:r>
              <a:rPr lang="en-US" sz="2400" dirty="0" err="1"/>
              <a:t>sáng</a:t>
            </a:r>
            <a:r>
              <a:rPr lang="en-US" sz="2400" dirty="0"/>
              <a:t> </a:t>
            </a:r>
            <a:r>
              <a:rPr lang="en-US" sz="2400" dirty="0" err="1"/>
              <a:t>trò</a:t>
            </a:r>
            <a:r>
              <a:rPr lang="en-US" sz="2400" dirty="0"/>
              <a:t> </a:t>
            </a:r>
            <a:r>
              <a:rPr lang="en-US" sz="2400" dirty="0" err="1"/>
              <a:t>chơi</a:t>
            </a:r>
            <a:r>
              <a:rPr lang="en-US" sz="2400" dirty="0"/>
              <a:t>).</a:t>
            </a:r>
          </a:p>
          <a:p>
            <a:pPr marL="800100" lvl="2" indent="-342900">
              <a:spcBef>
                <a:spcPts val="1000"/>
              </a:spcBef>
            </a:pPr>
            <a:r>
              <a:rPr lang="en-US" sz="2400" dirty="0"/>
              <a:t>Scriptable object </a:t>
            </a:r>
            <a:r>
              <a:rPr lang="en-US" sz="2400" dirty="0" err="1"/>
              <a:t>cho</a:t>
            </a:r>
            <a:r>
              <a:rPr lang="en-US" sz="2400" dirty="0"/>
              <a:t> </a:t>
            </a:r>
            <a:r>
              <a:rPr lang="en-US" sz="2400" dirty="0" err="1"/>
              <a:t>các</a:t>
            </a:r>
            <a:r>
              <a:rPr lang="en-US" sz="2400" dirty="0"/>
              <a:t> item, </a:t>
            </a:r>
            <a:r>
              <a:rPr lang="en-US" sz="2400" dirty="0" err="1"/>
              <a:t>chỉ</a:t>
            </a:r>
            <a:r>
              <a:rPr lang="en-US" sz="2400" dirty="0"/>
              <a:t> </a:t>
            </a:r>
            <a:r>
              <a:rPr lang="en-US" sz="2400" dirty="0" err="1"/>
              <a:t>số</a:t>
            </a:r>
            <a:r>
              <a:rPr lang="en-US" sz="2400" dirty="0"/>
              <a:t> </a:t>
            </a:r>
            <a:r>
              <a:rPr lang="en-US" sz="2400" dirty="0" err="1"/>
              <a:t>quái</a:t>
            </a:r>
            <a:r>
              <a:rPr lang="en-US" sz="2400" dirty="0"/>
              <a:t> </a:t>
            </a:r>
            <a:r>
              <a:rPr lang="en-US" sz="2400" dirty="0" err="1"/>
              <a:t>vật</a:t>
            </a:r>
            <a:r>
              <a:rPr lang="en-US" sz="2400" dirty="0"/>
              <a:t>, </a:t>
            </a:r>
            <a:r>
              <a:rPr lang="en-US" sz="2400" dirty="0" err="1"/>
              <a:t>màn</a:t>
            </a:r>
            <a:r>
              <a:rPr lang="en-US" sz="2400" dirty="0"/>
              <a:t> </a:t>
            </a:r>
            <a:r>
              <a:rPr lang="en-US" sz="2400" dirty="0" err="1"/>
              <a:t>chơi</a:t>
            </a:r>
            <a:r>
              <a:rPr lang="en-US" sz="2400" dirty="0"/>
              <a:t> </a:t>
            </a:r>
            <a:r>
              <a:rPr lang="en-US" sz="2400" dirty="0" err="1"/>
              <a:t>và</a:t>
            </a:r>
            <a:r>
              <a:rPr lang="en-US" sz="2400" dirty="0"/>
              <a:t> UI.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1714849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AE6C8E-CF15-5BD1-99A3-61A63346B5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 err="1"/>
              <a:t>Vấn</a:t>
            </a:r>
            <a:r>
              <a:rPr lang="en-US" b="1" dirty="0"/>
              <a:t> </a:t>
            </a:r>
            <a:r>
              <a:rPr lang="en-US" b="1" dirty="0" err="1"/>
              <a:t>đề</a:t>
            </a:r>
            <a:r>
              <a:rPr lang="en-US" b="1" dirty="0"/>
              <a:t> </a:t>
            </a:r>
            <a:r>
              <a:rPr lang="en-US" b="1" dirty="0" err="1"/>
              <a:t>và</a:t>
            </a:r>
            <a:r>
              <a:rPr lang="en-US" b="1" dirty="0"/>
              <a:t> </a:t>
            </a:r>
            <a:r>
              <a:rPr lang="en-US" b="1" dirty="0" err="1"/>
              <a:t>bài</a:t>
            </a:r>
            <a:r>
              <a:rPr lang="en-US" b="1" dirty="0"/>
              <a:t> </a:t>
            </a:r>
            <a:r>
              <a:rPr lang="en-US" b="1" dirty="0" err="1"/>
              <a:t>học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19A624D-4576-6822-9279-87DBAA822FB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57051" y="1802674"/>
            <a:ext cx="11147561" cy="4108548"/>
          </a:xfrm>
        </p:spPr>
        <p:txBody>
          <a:bodyPr/>
          <a:lstStyle/>
          <a:p>
            <a:r>
              <a:rPr lang="en-US" sz="2400" dirty="0" err="1"/>
              <a:t>Lên</a:t>
            </a:r>
            <a:r>
              <a:rPr lang="en-US" sz="2400" dirty="0"/>
              <a:t> </a:t>
            </a:r>
            <a:r>
              <a:rPr lang="en-US" sz="2400" dirty="0" err="1"/>
              <a:t>kế</a:t>
            </a:r>
            <a:r>
              <a:rPr lang="en-US" sz="2400" dirty="0"/>
              <a:t> </a:t>
            </a:r>
            <a:r>
              <a:rPr lang="en-US" sz="2400" dirty="0" err="1"/>
              <a:t>hoạch</a:t>
            </a:r>
            <a:r>
              <a:rPr lang="en-US" sz="2400" dirty="0"/>
              <a:t> chi </a:t>
            </a:r>
            <a:r>
              <a:rPr lang="en-US" sz="2400" dirty="0" err="1"/>
              <a:t>tiết</a:t>
            </a:r>
            <a:r>
              <a:rPr lang="en-US" sz="2400" dirty="0"/>
              <a:t> </a:t>
            </a:r>
            <a:r>
              <a:rPr lang="en-US" sz="2400" dirty="0" err="1"/>
              <a:t>cho</a:t>
            </a:r>
            <a:r>
              <a:rPr lang="en-US" sz="2400" dirty="0"/>
              <a:t> </a:t>
            </a:r>
            <a:r>
              <a:rPr lang="en-US" sz="2400" dirty="0" err="1"/>
              <a:t>trò</a:t>
            </a:r>
            <a:r>
              <a:rPr lang="en-US" sz="2400" dirty="0"/>
              <a:t> </a:t>
            </a:r>
            <a:r>
              <a:rPr lang="en-US" sz="2400" dirty="0" err="1"/>
              <a:t>chơi</a:t>
            </a:r>
            <a:r>
              <a:rPr lang="en-US" sz="2400" dirty="0"/>
              <a:t>, </a:t>
            </a:r>
            <a:r>
              <a:rPr lang="en-US" sz="2400" dirty="0" err="1"/>
              <a:t>loại</a:t>
            </a:r>
            <a:r>
              <a:rPr lang="en-US" sz="2400" dirty="0"/>
              <a:t> </a:t>
            </a:r>
            <a:r>
              <a:rPr lang="en-US" sz="2400" dirty="0" err="1"/>
              <a:t>nhân</a:t>
            </a:r>
            <a:r>
              <a:rPr lang="en-US" sz="2400" dirty="0"/>
              <a:t> </a:t>
            </a:r>
            <a:r>
              <a:rPr lang="en-US" sz="2400" dirty="0" err="1"/>
              <a:t>vật</a:t>
            </a:r>
            <a:r>
              <a:rPr lang="en-US" sz="2400" dirty="0"/>
              <a:t>, </a:t>
            </a:r>
            <a:r>
              <a:rPr lang="en-US" sz="2400" dirty="0" err="1"/>
              <a:t>quái</a:t>
            </a:r>
            <a:r>
              <a:rPr lang="en-US" sz="2400" dirty="0"/>
              <a:t> </a:t>
            </a:r>
            <a:r>
              <a:rPr lang="en-US" sz="2400" dirty="0" err="1"/>
              <a:t>vật</a:t>
            </a:r>
            <a:r>
              <a:rPr lang="en-US" sz="2400" dirty="0"/>
              <a:t> </a:t>
            </a:r>
            <a:r>
              <a:rPr lang="en-US" sz="2400" dirty="0" err="1"/>
              <a:t>cũng</a:t>
            </a:r>
            <a:r>
              <a:rPr lang="en-US" sz="2400" dirty="0"/>
              <a:t> </a:t>
            </a:r>
            <a:r>
              <a:rPr lang="en-US" sz="2400" dirty="0" err="1"/>
              <a:t>như</a:t>
            </a:r>
            <a:r>
              <a:rPr lang="en-US" sz="2400" dirty="0"/>
              <a:t> </a:t>
            </a:r>
            <a:r>
              <a:rPr lang="en-US" sz="2400" dirty="0" err="1"/>
              <a:t>cơ</a:t>
            </a:r>
            <a:r>
              <a:rPr lang="en-US" sz="2400" dirty="0"/>
              <a:t> </a:t>
            </a:r>
            <a:r>
              <a:rPr lang="en-US" sz="2400" dirty="0" err="1"/>
              <a:t>chế</a:t>
            </a:r>
            <a:r>
              <a:rPr lang="en-US" sz="2400" dirty="0"/>
              <a:t> game </a:t>
            </a:r>
            <a:r>
              <a:rPr lang="en-US" sz="2400" dirty="0" err="1"/>
              <a:t>để</a:t>
            </a:r>
            <a:r>
              <a:rPr lang="en-US" sz="2400" dirty="0"/>
              <a:t> </a:t>
            </a:r>
            <a:r>
              <a:rPr lang="en-US" sz="2400" dirty="0" err="1"/>
              <a:t>tạo</a:t>
            </a:r>
            <a:r>
              <a:rPr lang="en-US" sz="2400" dirty="0"/>
              <a:t> </a:t>
            </a:r>
            <a:r>
              <a:rPr lang="en-US" sz="2400" dirty="0" err="1"/>
              <a:t>các</a:t>
            </a:r>
            <a:r>
              <a:rPr lang="en-US" sz="2400" dirty="0"/>
              <a:t> </a:t>
            </a:r>
            <a:r>
              <a:rPr lang="en-US" sz="2400" dirty="0" err="1"/>
              <a:t>lớp</a:t>
            </a:r>
            <a:r>
              <a:rPr lang="en-US" sz="2400" dirty="0"/>
              <a:t>, </a:t>
            </a:r>
            <a:r>
              <a:rPr lang="en-US" sz="2400" dirty="0" err="1"/>
              <a:t>kế</a:t>
            </a:r>
            <a:r>
              <a:rPr lang="en-US" sz="2400" dirty="0"/>
              <a:t> </a:t>
            </a:r>
            <a:r>
              <a:rPr lang="en-US" sz="2400" dirty="0" err="1"/>
              <a:t>thừa</a:t>
            </a:r>
            <a:r>
              <a:rPr lang="en-US" sz="2400" dirty="0"/>
              <a:t> </a:t>
            </a:r>
            <a:r>
              <a:rPr lang="en-US" sz="2400" dirty="0" err="1"/>
              <a:t>cho</a:t>
            </a:r>
            <a:r>
              <a:rPr lang="en-US" sz="2400" dirty="0"/>
              <a:t> </a:t>
            </a:r>
            <a:r>
              <a:rPr lang="en-US" sz="2400" dirty="0" err="1"/>
              <a:t>phù</a:t>
            </a:r>
            <a:r>
              <a:rPr lang="en-US" sz="2400" dirty="0"/>
              <a:t> </a:t>
            </a:r>
            <a:r>
              <a:rPr lang="en-US" sz="2400" dirty="0" err="1"/>
              <a:t>hợp</a:t>
            </a:r>
            <a:r>
              <a:rPr lang="en-US" sz="2400" dirty="0"/>
              <a:t>.</a:t>
            </a:r>
          </a:p>
          <a:p>
            <a:r>
              <a:rPr lang="en-US" sz="2400" dirty="0" err="1"/>
              <a:t>Chưa</a:t>
            </a:r>
            <a:r>
              <a:rPr lang="en-US" sz="2400" dirty="0"/>
              <a:t> </a:t>
            </a:r>
            <a:r>
              <a:rPr lang="en-US" sz="2400" dirty="0" err="1"/>
              <a:t>thêm</a:t>
            </a:r>
            <a:r>
              <a:rPr lang="en-US" sz="2400" dirty="0"/>
              <a:t> </a:t>
            </a:r>
            <a:r>
              <a:rPr lang="en-US" sz="2400" dirty="0" err="1"/>
              <a:t>nhiều</a:t>
            </a:r>
            <a:r>
              <a:rPr lang="en-US" sz="2400" dirty="0"/>
              <a:t> </a:t>
            </a:r>
            <a:r>
              <a:rPr lang="en-US" sz="2400" dirty="0" err="1"/>
              <a:t>lựa</a:t>
            </a:r>
            <a:r>
              <a:rPr lang="en-US" sz="2400" dirty="0"/>
              <a:t> </a:t>
            </a:r>
            <a:r>
              <a:rPr lang="en-US" sz="2400" dirty="0" err="1"/>
              <a:t>chọn</a:t>
            </a:r>
            <a:r>
              <a:rPr lang="en-US" sz="2400" dirty="0"/>
              <a:t> </a:t>
            </a:r>
            <a:r>
              <a:rPr lang="en-US" sz="2400" dirty="0" err="1"/>
              <a:t>nâng</a:t>
            </a:r>
            <a:r>
              <a:rPr lang="en-US" sz="2400" dirty="0"/>
              <a:t> </a:t>
            </a:r>
            <a:r>
              <a:rPr lang="en-US" sz="2400" dirty="0" err="1"/>
              <a:t>cấp</a:t>
            </a:r>
            <a:r>
              <a:rPr lang="en-US" sz="2400" dirty="0"/>
              <a:t> </a:t>
            </a:r>
            <a:r>
              <a:rPr lang="en-US" sz="2400" dirty="0" err="1"/>
              <a:t>cho</a:t>
            </a:r>
            <a:r>
              <a:rPr lang="en-US" sz="2400" dirty="0"/>
              <a:t> </a:t>
            </a:r>
            <a:r>
              <a:rPr lang="en-US" sz="2400" dirty="0" err="1"/>
              <a:t>nhân</a:t>
            </a:r>
            <a:r>
              <a:rPr lang="en-US" sz="2400" dirty="0"/>
              <a:t> </a:t>
            </a:r>
            <a:r>
              <a:rPr lang="en-US" sz="2400" dirty="0" err="1"/>
              <a:t>vật</a:t>
            </a:r>
            <a:r>
              <a:rPr lang="en-US" sz="2400" dirty="0"/>
              <a:t>, </a:t>
            </a:r>
            <a:r>
              <a:rPr lang="en-US" sz="2400" dirty="0" err="1"/>
              <a:t>các</a:t>
            </a:r>
            <a:r>
              <a:rPr lang="en-US" sz="2400" dirty="0"/>
              <a:t> </a:t>
            </a:r>
            <a:r>
              <a:rPr lang="en-US" sz="2400" dirty="0" err="1"/>
              <a:t>sự</a:t>
            </a:r>
            <a:r>
              <a:rPr lang="en-US" sz="2400" dirty="0"/>
              <a:t> </a:t>
            </a:r>
            <a:r>
              <a:rPr lang="en-US" sz="2400" dirty="0" err="1"/>
              <a:t>kiện</a:t>
            </a:r>
            <a:r>
              <a:rPr lang="en-US" sz="2400" dirty="0"/>
              <a:t> </a:t>
            </a:r>
            <a:r>
              <a:rPr lang="en-US" sz="2400" dirty="0" err="1"/>
              <a:t>ngẫu</a:t>
            </a:r>
            <a:r>
              <a:rPr lang="en-US" sz="2400" dirty="0"/>
              <a:t> </a:t>
            </a:r>
            <a:r>
              <a:rPr lang="en-US" sz="2400" dirty="0" err="1"/>
              <a:t>nhiên</a:t>
            </a:r>
            <a:r>
              <a:rPr lang="en-US" sz="2400" dirty="0"/>
              <a:t>, </a:t>
            </a:r>
            <a:r>
              <a:rPr lang="en-US" sz="2400" dirty="0" err="1"/>
              <a:t>quái</a:t>
            </a:r>
            <a:r>
              <a:rPr lang="en-US" sz="2400" dirty="0"/>
              <a:t> </a:t>
            </a:r>
            <a:r>
              <a:rPr lang="en-US" sz="2400" dirty="0" err="1"/>
              <a:t>vật</a:t>
            </a:r>
            <a:r>
              <a:rPr lang="en-US" sz="2400" dirty="0"/>
              <a:t> </a:t>
            </a:r>
            <a:r>
              <a:rPr lang="en-US" sz="2400" dirty="0" err="1"/>
              <a:t>rớt</a:t>
            </a:r>
            <a:r>
              <a:rPr lang="en-US" sz="2400" dirty="0"/>
              <a:t> </a:t>
            </a:r>
            <a:r>
              <a:rPr lang="en-US" sz="2400" dirty="0" err="1"/>
              <a:t>vật</a:t>
            </a:r>
            <a:r>
              <a:rPr lang="en-US" sz="2400" dirty="0"/>
              <a:t> </a:t>
            </a:r>
            <a:r>
              <a:rPr lang="en-US" sz="2400" dirty="0" err="1"/>
              <a:t>phẩm</a:t>
            </a:r>
            <a:r>
              <a:rPr lang="en-US" sz="2400" dirty="0"/>
              <a:t>, </a:t>
            </a:r>
            <a:r>
              <a:rPr lang="en-US" sz="2400" dirty="0" err="1"/>
              <a:t>minimap</a:t>
            </a:r>
            <a:r>
              <a:rPr lang="en-US" sz="2400" dirty="0"/>
              <a:t>, item </a:t>
            </a:r>
            <a:r>
              <a:rPr lang="en-US" sz="2400" dirty="0" err="1"/>
              <a:t>chưa</a:t>
            </a:r>
            <a:r>
              <a:rPr lang="en-US" sz="2400" dirty="0"/>
              <a:t> </a:t>
            </a:r>
            <a:r>
              <a:rPr lang="en-US" sz="2400" dirty="0" err="1"/>
              <a:t>đa</a:t>
            </a:r>
            <a:r>
              <a:rPr lang="en-US" sz="2400" dirty="0"/>
              <a:t> </a:t>
            </a:r>
            <a:r>
              <a:rPr lang="en-US" sz="2400" dirty="0" err="1"/>
              <a:t>dạng</a:t>
            </a:r>
            <a:r>
              <a:rPr lang="en-US" sz="24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70681861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FB40D9-4E47-8F61-2DA0-17B17D4F29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4CEAC3-711A-770B-FDE4-A53811EA250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27314" y="2117589"/>
            <a:ext cx="10537371" cy="967060"/>
          </a:xfrm>
        </p:spPr>
        <p:txBody>
          <a:bodyPr>
            <a:noAutofit/>
          </a:bodyPr>
          <a:lstStyle/>
          <a:p>
            <a:pPr algn="ctr"/>
            <a:r>
              <a:rPr lang="en-US" sz="3600" b="1" dirty="0" err="1"/>
              <a:t>Cảm</a:t>
            </a:r>
            <a:r>
              <a:rPr lang="en-US" sz="3600" b="1" dirty="0"/>
              <a:t> </a:t>
            </a:r>
            <a:r>
              <a:rPr lang="en-US" sz="3600" b="1" dirty="0" err="1"/>
              <a:t>ơn</a:t>
            </a:r>
            <a:r>
              <a:rPr lang="en-US" sz="3600" b="1" dirty="0"/>
              <a:t> </a:t>
            </a:r>
            <a:r>
              <a:rPr lang="en-US" sz="3600" b="1" dirty="0" err="1"/>
              <a:t>thầy</a:t>
            </a:r>
            <a:r>
              <a:rPr lang="en-US" sz="3600" b="1" dirty="0"/>
              <a:t> </a:t>
            </a:r>
            <a:r>
              <a:rPr lang="en-US" sz="3600" b="1" dirty="0" err="1"/>
              <a:t>và</a:t>
            </a:r>
            <a:r>
              <a:rPr lang="en-US" sz="3600" b="1" dirty="0"/>
              <a:t> </a:t>
            </a:r>
            <a:r>
              <a:rPr lang="en-US" sz="3600" b="1" dirty="0" err="1"/>
              <a:t>các</a:t>
            </a:r>
            <a:r>
              <a:rPr lang="en-US" sz="3600" b="1" dirty="0"/>
              <a:t> </a:t>
            </a:r>
            <a:r>
              <a:rPr lang="en-US" sz="3600" b="1" dirty="0" err="1"/>
              <a:t>bạn</a:t>
            </a:r>
            <a:r>
              <a:rPr lang="en-US" sz="3600" b="1" dirty="0"/>
              <a:t> </a:t>
            </a:r>
            <a:r>
              <a:rPr lang="en-US" sz="3600" b="1" dirty="0" err="1"/>
              <a:t>đã</a:t>
            </a:r>
            <a:r>
              <a:rPr lang="en-US" sz="3600" b="1" dirty="0"/>
              <a:t> </a:t>
            </a:r>
            <a:r>
              <a:rPr lang="en-US" sz="3600" b="1" dirty="0" err="1"/>
              <a:t>lắng</a:t>
            </a:r>
            <a:r>
              <a:rPr lang="en-US" sz="3600" b="1" dirty="0"/>
              <a:t> </a:t>
            </a:r>
            <a:r>
              <a:rPr lang="en-US" sz="3600" b="1" dirty="0" err="1"/>
              <a:t>nghe</a:t>
            </a:r>
            <a:endParaRPr lang="en-US" sz="3600" b="1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7C0EA95-4DFD-9738-2C80-FCF2E8991DC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3999" y="3597815"/>
            <a:ext cx="9144000" cy="1655762"/>
          </a:xfrm>
        </p:spPr>
        <p:txBody>
          <a:bodyPr>
            <a:normAutofit/>
          </a:bodyPr>
          <a:lstStyle/>
          <a:p>
            <a:pPr algn="l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42953935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Damask">
  <a:themeElements>
    <a:clrScheme name="Damask">
      <a:dk1>
        <a:sysClr val="windowText" lastClr="000000"/>
      </a:dk1>
      <a:lt1>
        <a:sysClr val="window" lastClr="FFFFFF"/>
      </a:lt1>
      <a:dk2>
        <a:srgbClr val="2A5B7F"/>
      </a:dk2>
      <a:lt2>
        <a:srgbClr val="ABDAFC"/>
      </a:lt2>
      <a:accent1>
        <a:srgbClr val="9EC544"/>
      </a:accent1>
      <a:accent2>
        <a:srgbClr val="50BEA3"/>
      </a:accent2>
      <a:accent3>
        <a:srgbClr val="4A9CCC"/>
      </a:accent3>
      <a:accent4>
        <a:srgbClr val="9A66CA"/>
      </a:accent4>
      <a:accent5>
        <a:srgbClr val="C54F71"/>
      </a:accent5>
      <a:accent6>
        <a:srgbClr val="DE9C3C"/>
      </a:accent6>
      <a:hlink>
        <a:srgbClr val="6BA9DA"/>
      </a:hlink>
      <a:folHlink>
        <a:srgbClr val="A0BCD3"/>
      </a:folHlink>
    </a:clrScheme>
    <a:fontScheme name="Damask">
      <a:majorFont>
        <a:latin typeface="Bookman Old Style" panose="02050604050505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Rockwell" panose="020606030202050204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Damask">
      <a:fillStyleLst>
        <a:solidFill>
          <a:schemeClr val="phClr"/>
        </a:solidFill>
        <a:gradFill rotWithShape="1">
          <a:gsLst>
            <a:gs pos="0">
              <a:schemeClr val="phClr">
                <a:tint val="48000"/>
                <a:satMod val="105000"/>
                <a:lumMod val="110000"/>
              </a:schemeClr>
            </a:gs>
            <a:gs pos="100000">
              <a:schemeClr val="phClr">
                <a:tint val="78000"/>
                <a:satMod val="109000"/>
                <a:lumMod val="10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satMod val="100000"/>
                <a:lumMod val="104000"/>
              </a:schemeClr>
            </a:gs>
            <a:gs pos="69000">
              <a:schemeClr val="phClr">
                <a:shade val="86000"/>
                <a:satMod val="130000"/>
                <a:lumMod val="102000"/>
              </a:schemeClr>
            </a:gs>
            <a:gs pos="100000">
              <a:schemeClr val="phClr">
                <a:shade val="72000"/>
                <a:satMod val="130000"/>
                <a:lumMod val="100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50800" dist="38100" dir="5400000" sy="96000" rotWithShape="0">
              <a:srgbClr val="000000">
                <a:alpha val="54000"/>
              </a:srgbClr>
            </a:outerShdw>
          </a:effectLst>
        </a:effectStyle>
        <a:effectStyle>
          <a:effectLst>
            <a:outerShdw blurRad="76200" dist="38100" dir="5400000" algn="ctr" rotWithShape="0">
              <a:srgbClr val="000000">
                <a:alpha val="76000"/>
              </a:srgbClr>
            </a:outerShdw>
          </a:effectLst>
          <a:scene3d>
            <a:camera prst="orthographicFront">
              <a:rot lat="0" lon="0" rev="0"/>
            </a:camera>
            <a:lightRig rig="balanced" dir="t"/>
          </a:scene3d>
          <a:sp3d prstMaterial="matte">
            <a:bevelT w="25400" h="25400" prst="relaxedInset"/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blipFill rotWithShape="1">
          <a:blip xmlns:r="http://schemas.openxmlformats.org/officeDocument/2006/relationships" r:embed="rId1">
            <a:duotone>
              <a:schemeClr val="phClr">
                <a:shade val="18000"/>
                <a:satMod val="160000"/>
                <a:lumMod val="28000"/>
              </a:schemeClr>
              <a:schemeClr val="phClr">
                <a:tint val="95000"/>
                <a:satMod val="160000"/>
                <a:lumMod val="116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Damask" id="{F9A299A0-33D0-4E0F-9F3F-7163E3744208}" vid="{746EEEEA-FB6A-406B-B510-531588D54811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TM04033921[[fn=Damask]]</Template>
  <TotalTime>15</TotalTime>
  <Words>229</Words>
  <Application>Microsoft Office PowerPoint</Application>
  <PresentationFormat>Widescreen</PresentationFormat>
  <Paragraphs>18</Paragraphs>
  <Slides>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9" baseType="lpstr">
      <vt:lpstr>Arial</vt:lpstr>
      <vt:lpstr>Bookman Old Style</vt:lpstr>
      <vt:lpstr>Rockwell</vt:lpstr>
      <vt:lpstr>Damask</vt:lpstr>
      <vt:lpstr>Thuyết trình bảo vệ đồ án cuối khóa  Archer Shooter</vt:lpstr>
      <vt:lpstr>Lối chơi</vt:lpstr>
      <vt:lpstr>Công nghệ thực hiện được</vt:lpstr>
      <vt:lpstr>Vấn đề và bài học</vt:lpstr>
      <vt:lpstr>Cảm ơn thầy và các bạn đã lắng nghe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DIỆP HIẾU NGHĨA</dc:creator>
  <cp:lastModifiedBy>DIỆP HIẾU NGHĨA</cp:lastModifiedBy>
  <cp:revision>7</cp:revision>
  <dcterms:created xsi:type="dcterms:W3CDTF">2025-09-29T12:50:56Z</dcterms:created>
  <dcterms:modified xsi:type="dcterms:W3CDTF">2025-09-29T13:37:34Z</dcterms:modified>
</cp:coreProperties>
</file>