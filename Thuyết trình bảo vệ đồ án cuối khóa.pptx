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5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693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38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298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428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20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925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28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5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16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80290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709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434682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84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2606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655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84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72445-F0D3-0299-D635-B9C3FBF09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84365"/>
            <a:ext cx="9144000" cy="967060"/>
          </a:xfrm>
        </p:spPr>
        <p:txBody>
          <a:bodyPr>
            <a:normAutofit fontScale="90000"/>
          </a:bodyPr>
          <a:lstStyle/>
          <a:p>
            <a:r>
              <a:rPr lang="en-US" sz="4800" b="1" dirty="0" err="1"/>
              <a:t>Thuyết</a:t>
            </a:r>
            <a:r>
              <a:rPr lang="en-US" sz="4800" b="1" dirty="0"/>
              <a:t> </a:t>
            </a:r>
            <a:r>
              <a:rPr lang="en-US" sz="4800" b="1" dirty="0" err="1"/>
              <a:t>trình</a:t>
            </a:r>
            <a:r>
              <a:rPr lang="en-US" sz="4800" b="1" dirty="0"/>
              <a:t> </a:t>
            </a:r>
            <a:r>
              <a:rPr lang="en-US" sz="4800" b="1" dirty="0" err="1"/>
              <a:t>bảo</a:t>
            </a:r>
            <a:r>
              <a:rPr lang="en-US" sz="4800" b="1" dirty="0"/>
              <a:t> </a:t>
            </a:r>
            <a:r>
              <a:rPr lang="en-US" sz="4800" b="1" dirty="0" err="1"/>
              <a:t>vệ</a:t>
            </a:r>
            <a:r>
              <a:rPr lang="en-US" sz="4800" b="1" dirty="0"/>
              <a:t> </a:t>
            </a:r>
            <a:r>
              <a:rPr lang="en-US" sz="4800" b="1" dirty="0" err="1"/>
              <a:t>đồ</a:t>
            </a:r>
            <a:r>
              <a:rPr lang="en-US" sz="4800" b="1" dirty="0"/>
              <a:t> </a:t>
            </a:r>
            <a:r>
              <a:rPr lang="en-US" sz="4800" b="1" dirty="0" err="1"/>
              <a:t>án</a:t>
            </a:r>
            <a:r>
              <a:rPr lang="en-US" sz="4800" b="1" dirty="0"/>
              <a:t> </a:t>
            </a:r>
            <a:r>
              <a:rPr lang="en-US" sz="4800" b="1" dirty="0" err="1"/>
              <a:t>cuối</a:t>
            </a:r>
            <a:r>
              <a:rPr lang="en-US" sz="4800" b="1" dirty="0"/>
              <a:t> </a:t>
            </a:r>
            <a:r>
              <a:rPr lang="en-US" sz="4800" b="1" dirty="0" err="1"/>
              <a:t>khóa</a:t>
            </a:r>
            <a:endParaRPr lang="en-US" sz="48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EAAC2-18F6-66B0-4349-FA9728B542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dirty="0" err="1"/>
              <a:t>Giảng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dẫn</a:t>
            </a:r>
            <a:r>
              <a:rPr lang="en-US" dirty="0"/>
              <a:t>: Phùng </a:t>
            </a:r>
            <a:r>
              <a:rPr lang="en-US" dirty="0" err="1"/>
              <a:t>Khắc</a:t>
            </a:r>
            <a:r>
              <a:rPr lang="en-US" dirty="0"/>
              <a:t> Phương</a:t>
            </a:r>
          </a:p>
          <a:p>
            <a:pPr algn="l"/>
            <a:r>
              <a:rPr lang="en-US" dirty="0" err="1"/>
              <a:t>Lớp</a:t>
            </a:r>
            <a:r>
              <a:rPr lang="en-US" dirty="0"/>
              <a:t>: CF-CIT 2D002</a:t>
            </a:r>
          </a:p>
          <a:p>
            <a:pPr algn="l"/>
            <a:r>
              <a:rPr lang="en-US" dirty="0" err="1"/>
              <a:t>Họ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: Diệp Hiếu Nghĩa</a:t>
            </a:r>
          </a:p>
          <a:p>
            <a:pPr algn="l"/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: Rogue-like</a:t>
            </a:r>
          </a:p>
        </p:txBody>
      </p:sp>
    </p:spTree>
    <p:extLst>
      <p:ext uri="{BB962C8B-B14F-4D97-AF65-F5344CB8AC3E}">
        <p14:creationId xmlns:p14="http://schemas.microsoft.com/office/powerpoint/2010/main" val="3679883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B895B-8ADA-6AEF-C315-874001F8B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Cốt</a:t>
            </a:r>
            <a:r>
              <a:rPr lang="en-US" b="1" dirty="0"/>
              <a:t> </a:t>
            </a:r>
            <a:r>
              <a:rPr lang="en-US" b="1" dirty="0" err="1"/>
              <a:t>truyện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F8FDD-9C41-FACC-7B9C-54FF4201D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tồn</a:t>
            </a:r>
            <a:r>
              <a:rPr lang="en-US" dirty="0"/>
              <a:t> qua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vòng</a:t>
            </a:r>
            <a:r>
              <a:rPr lang="en-US" dirty="0"/>
              <a:t> </a:t>
            </a:r>
            <a:r>
              <a:rPr lang="en-US" dirty="0" err="1"/>
              <a:t>chơi</a:t>
            </a:r>
            <a:r>
              <a:rPr lang="en-US" dirty="0"/>
              <a:t>, </a:t>
            </a:r>
            <a:r>
              <a:rPr lang="en-US" dirty="0" err="1"/>
              <a:t>thu</a:t>
            </a:r>
            <a:r>
              <a:rPr lang="en-US" dirty="0"/>
              <a:t> </a:t>
            </a:r>
            <a:r>
              <a:rPr lang="en-US" dirty="0" err="1"/>
              <a:t>thập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power up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quái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qua </a:t>
            </a:r>
            <a:r>
              <a:rPr lang="en-US" dirty="0" err="1"/>
              <a:t>màn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511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5F932-9AFD-D5C5-1B57-2B4E38F86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Tính</a:t>
            </a:r>
            <a:r>
              <a:rPr lang="en-US" b="1" dirty="0"/>
              <a:t> </a:t>
            </a:r>
            <a:r>
              <a:rPr lang="en-US" b="1" dirty="0" err="1"/>
              <a:t>năng</a:t>
            </a:r>
            <a:r>
              <a:rPr lang="en-US" b="1" dirty="0"/>
              <a:t> </a:t>
            </a:r>
            <a:r>
              <a:rPr lang="en-US" b="1" dirty="0" err="1"/>
              <a:t>thực</a:t>
            </a:r>
            <a:r>
              <a:rPr lang="en-US" b="1" dirty="0"/>
              <a:t> </a:t>
            </a:r>
            <a:r>
              <a:rPr lang="en-US" b="1" dirty="0" err="1"/>
              <a:t>hiện</a:t>
            </a:r>
            <a:r>
              <a:rPr lang="en-US" b="1" dirty="0"/>
              <a:t> </a:t>
            </a:r>
            <a:r>
              <a:rPr lang="en-US" b="1" dirty="0" err="1"/>
              <a:t>được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6C391-BDC6-7468-9B4D-A11E0E0C9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80457"/>
            <a:ext cx="8915400" cy="4430765"/>
          </a:xfrm>
        </p:spPr>
        <p:txBody>
          <a:bodyPr>
            <a:normAutofit fontScale="92500" lnSpcReduction="20000"/>
          </a:bodyPr>
          <a:lstStyle/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Animation, blend tree, IK bones. 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State Machine (</a:t>
            </a:r>
            <a:r>
              <a:rPr lang="en-US" sz="2400" dirty="0" err="1"/>
              <a:t>tấn</a:t>
            </a:r>
            <a:r>
              <a:rPr lang="en-US" sz="2400" dirty="0"/>
              <a:t> </a:t>
            </a:r>
            <a:r>
              <a:rPr lang="en-US" sz="2400" dirty="0" err="1"/>
              <a:t>công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trạng</a:t>
            </a:r>
            <a:r>
              <a:rPr lang="en-US" sz="2400" dirty="0"/>
              <a:t> </a:t>
            </a:r>
            <a:r>
              <a:rPr lang="en-US" sz="2400" dirty="0" err="1"/>
              <a:t>thái</a:t>
            </a:r>
            <a:r>
              <a:rPr lang="en-US" sz="2400" dirty="0"/>
              <a:t>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 err="1"/>
              <a:t>Gây</a:t>
            </a:r>
            <a:r>
              <a:rPr lang="en-US" sz="2400" dirty="0"/>
              <a:t> </a:t>
            </a:r>
            <a:r>
              <a:rPr lang="en-US" sz="2400" dirty="0" err="1"/>
              <a:t>sát</a:t>
            </a:r>
            <a:r>
              <a:rPr lang="en-US" sz="2400" dirty="0"/>
              <a:t> </a:t>
            </a:r>
            <a:r>
              <a:rPr lang="en-US" sz="2400" dirty="0" err="1"/>
              <a:t>thương</a:t>
            </a:r>
            <a:r>
              <a:rPr lang="en-US" sz="2400" dirty="0"/>
              <a:t> </a:t>
            </a:r>
            <a:r>
              <a:rPr lang="en-US" sz="2400" dirty="0" err="1"/>
              <a:t>giữa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sát</a:t>
            </a:r>
            <a:r>
              <a:rPr lang="en-US" sz="2400" dirty="0"/>
              <a:t> </a:t>
            </a:r>
            <a:r>
              <a:rPr lang="en-US" sz="2400" dirty="0" err="1"/>
              <a:t>thương</a:t>
            </a:r>
            <a:r>
              <a:rPr lang="en-US" sz="2400" dirty="0"/>
              <a:t> </a:t>
            </a:r>
            <a:r>
              <a:rPr lang="en-US" sz="2400" dirty="0" err="1"/>
              <a:t>nguyên</a:t>
            </a:r>
            <a:r>
              <a:rPr lang="en-US" sz="2400" dirty="0"/>
              <a:t> </a:t>
            </a:r>
            <a:r>
              <a:rPr lang="en-US" sz="2400" dirty="0" err="1"/>
              <a:t>tố</a:t>
            </a:r>
            <a:r>
              <a:rPr lang="en-US" sz="2400" dirty="0"/>
              <a:t>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Projectile (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), spawn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qua Object Pooling.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Singleton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lớp</a:t>
            </a:r>
            <a:r>
              <a:rPr lang="en-US" sz="2400" dirty="0"/>
              <a:t> </a:t>
            </a:r>
            <a:r>
              <a:rPr lang="en-US" sz="2400" dirty="0" err="1"/>
              <a:t>quản</a:t>
            </a:r>
            <a:r>
              <a:rPr lang="en-US" sz="2400" dirty="0"/>
              <a:t> </a:t>
            </a:r>
            <a:r>
              <a:rPr lang="en-US" sz="2400" dirty="0" err="1"/>
              <a:t>lý</a:t>
            </a:r>
            <a:r>
              <a:rPr lang="en-US" sz="2400" dirty="0"/>
              <a:t> </a:t>
            </a:r>
            <a:r>
              <a:rPr lang="en-US" sz="2400" dirty="0" err="1"/>
              <a:t>cơ</a:t>
            </a:r>
            <a:r>
              <a:rPr lang="en-US" sz="2400" dirty="0"/>
              <a:t> </a:t>
            </a:r>
            <a:r>
              <a:rPr lang="en-US" sz="2400" dirty="0" err="1"/>
              <a:t>chế</a:t>
            </a:r>
            <a:r>
              <a:rPr lang="en-US" sz="2400" dirty="0"/>
              <a:t> game (sound, </a:t>
            </a:r>
            <a:r>
              <a:rPr lang="en-US" sz="2400" dirty="0" err="1"/>
              <a:t>objectpool</a:t>
            </a:r>
            <a:r>
              <a:rPr lang="en-US" sz="2400" dirty="0"/>
              <a:t>, game manager).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VFX, </a:t>
            </a:r>
            <a:r>
              <a:rPr lang="en-US" sz="2400" dirty="0" err="1"/>
              <a:t>âm</a:t>
            </a:r>
            <a:r>
              <a:rPr lang="en-US" sz="2400" dirty="0"/>
              <a:t> </a:t>
            </a:r>
            <a:r>
              <a:rPr lang="en-US" sz="2400" dirty="0" err="1"/>
              <a:t>thanh</a:t>
            </a:r>
            <a:r>
              <a:rPr lang="en-US" sz="2400" dirty="0"/>
              <a:t>, post processing (</a:t>
            </a:r>
            <a:r>
              <a:rPr lang="en-US" sz="2400" dirty="0" err="1"/>
              <a:t>chỉnh</a:t>
            </a:r>
            <a:r>
              <a:rPr lang="en-US" sz="2400" dirty="0"/>
              <a:t> </a:t>
            </a:r>
            <a:r>
              <a:rPr lang="en-US" sz="2400" dirty="0" err="1"/>
              <a:t>độ</a:t>
            </a:r>
            <a:r>
              <a:rPr lang="en-US" sz="2400" dirty="0"/>
              <a:t> </a:t>
            </a:r>
            <a:r>
              <a:rPr lang="en-US" sz="2400" dirty="0" err="1"/>
              <a:t>sáng</a:t>
            </a:r>
            <a:r>
              <a:rPr lang="en-US" sz="2400" dirty="0"/>
              <a:t> </a:t>
            </a:r>
            <a:r>
              <a:rPr lang="en-US" sz="2400" dirty="0" err="1"/>
              <a:t>trò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 dirty="0"/>
              <a:t>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Scriptable object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powerup, </a:t>
            </a:r>
            <a:r>
              <a:rPr lang="en-US" sz="2400" dirty="0" err="1"/>
              <a:t>chỉ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màn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/>
              <a:t>.</a:t>
            </a:r>
            <a:endParaRPr lang="en-US" sz="2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148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E6C8E-CF15-5BD1-99A3-61A63346B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Tính</a:t>
            </a:r>
            <a:r>
              <a:rPr lang="en-US" b="1" dirty="0"/>
              <a:t> </a:t>
            </a:r>
            <a:r>
              <a:rPr lang="en-US" b="1" dirty="0" err="1"/>
              <a:t>năng</a:t>
            </a:r>
            <a:r>
              <a:rPr lang="en-US" b="1" dirty="0"/>
              <a:t> </a:t>
            </a:r>
            <a:r>
              <a:rPr lang="en-US" b="1" dirty="0" err="1"/>
              <a:t>chưa</a:t>
            </a:r>
            <a:r>
              <a:rPr lang="en-US" b="1" dirty="0"/>
              <a:t> </a:t>
            </a:r>
            <a:r>
              <a:rPr lang="en-US" b="1" dirty="0" err="1"/>
              <a:t>thực</a:t>
            </a:r>
            <a:r>
              <a:rPr lang="en-US" b="1" dirty="0"/>
              <a:t> </a:t>
            </a:r>
            <a:r>
              <a:rPr lang="en-US" b="1" dirty="0" err="1"/>
              <a:t>hiện</a:t>
            </a:r>
            <a:r>
              <a:rPr lang="en-US" b="1" dirty="0"/>
              <a:t> </a:t>
            </a:r>
            <a:r>
              <a:rPr lang="en-US" b="1" dirty="0" err="1"/>
              <a:t>được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A624D-4576-6822-9279-87DBAA822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chi </a:t>
            </a:r>
            <a:r>
              <a:rPr lang="en-US" dirty="0" err="1"/>
              <a:t>tiết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trò</a:t>
            </a:r>
            <a:r>
              <a:rPr lang="en-US" dirty="0"/>
              <a:t> </a:t>
            </a:r>
            <a:r>
              <a:rPr lang="en-US" dirty="0" err="1"/>
              <a:t>chơi</a:t>
            </a:r>
            <a:r>
              <a:rPr lang="en-US" dirty="0"/>
              <a:t>,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, </a:t>
            </a:r>
            <a:r>
              <a:rPr lang="en-US" dirty="0" err="1"/>
              <a:t>quái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 game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lớp</a:t>
            </a:r>
            <a:r>
              <a:rPr lang="en-US" dirty="0"/>
              <a:t>,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thừa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.</a:t>
            </a:r>
          </a:p>
          <a:p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lựa</a:t>
            </a:r>
            <a:r>
              <a:rPr lang="en-US" dirty="0"/>
              <a:t> </a:t>
            </a: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nâng</a:t>
            </a:r>
            <a:r>
              <a:rPr lang="en-US" dirty="0"/>
              <a:t> </a:t>
            </a:r>
            <a:r>
              <a:rPr lang="en-US" dirty="0" err="1"/>
              <a:t>cấp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.</a:t>
            </a:r>
          </a:p>
          <a:p>
            <a:r>
              <a:rPr lang="en-US" dirty="0"/>
              <a:t>Các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(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ngẫu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, </a:t>
            </a:r>
            <a:r>
              <a:rPr lang="en-US" dirty="0" err="1"/>
              <a:t>quái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rớt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,…)</a:t>
            </a:r>
          </a:p>
          <a:p>
            <a:r>
              <a:rPr lang="en-US" dirty="0" err="1"/>
              <a:t>Minimap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818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B40D9-4E47-8F61-2DA0-17B17D4F2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CEAC3-711A-770B-FDE4-A53811EA2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84365"/>
            <a:ext cx="9144000" cy="967060"/>
          </a:xfrm>
        </p:spPr>
        <p:txBody>
          <a:bodyPr>
            <a:normAutofit fontScale="90000"/>
          </a:bodyPr>
          <a:lstStyle/>
          <a:p>
            <a:r>
              <a:rPr lang="en-US" sz="4800" b="1" dirty="0" err="1"/>
              <a:t>Cảm</a:t>
            </a:r>
            <a:r>
              <a:rPr lang="en-US" sz="4800" b="1" dirty="0"/>
              <a:t> </a:t>
            </a:r>
            <a:r>
              <a:rPr lang="en-US" sz="4800" b="1" dirty="0" err="1"/>
              <a:t>ơn</a:t>
            </a:r>
            <a:r>
              <a:rPr lang="en-US" sz="4800" b="1" dirty="0"/>
              <a:t> </a:t>
            </a:r>
            <a:r>
              <a:rPr lang="en-US" sz="4800" b="1" dirty="0" err="1"/>
              <a:t>thầy</a:t>
            </a:r>
            <a:r>
              <a:rPr lang="en-US" sz="4800" b="1" dirty="0"/>
              <a:t> </a:t>
            </a:r>
            <a:r>
              <a:rPr lang="en-US" sz="4800" b="1" dirty="0" err="1"/>
              <a:t>và</a:t>
            </a:r>
            <a:r>
              <a:rPr lang="en-US" sz="4800" b="1" dirty="0"/>
              <a:t> </a:t>
            </a:r>
            <a:r>
              <a:rPr lang="en-US" sz="4800" b="1" dirty="0" err="1"/>
              <a:t>các</a:t>
            </a:r>
            <a:r>
              <a:rPr lang="en-US" sz="4800" b="1" dirty="0"/>
              <a:t> </a:t>
            </a:r>
            <a:r>
              <a:rPr lang="en-US" sz="4800" b="1" dirty="0" err="1"/>
              <a:t>bạn</a:t>
            </a:r>
            <a:r>
              <a:rPr lang="en-US" sz="4800" b="1" dirty="0"/>
              <a:t> </a:t>
            </a:r>
            <a:r>
              <a:rPr lang="en-US" sz="4800" b="1" dirty="0" err="1"/>
              <a:t>đã</a:t>
            </a:r>
            <a:r>
              <a:rPr lang="en-US" sz="4800" b="1" dirty="0"/>
              <a:t> </a:t>
            </a:r>
            <a:r>
              <a:rPr lang="en-US" sz="4800" b="1" dirty="0" err="1"/>
              <a:t>lắng</a:t>
            </a:r>
            <a:r>
              <a:rPr lang="en-US" sz="4800" b="1" dirty="0"/>
              <a:t> </a:t>
            </a:r>
            <a:r>
              <a:rPr lang="en-US" sz="4800" b="1" dirty="0" err="1"/>
              <a:t>nghe</a:t>
            </a:r>
            <a:endParaRPr lang="en-US" sz="48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C0EA95-4DFD-9738-2C80-FCF2E8991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95393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</TotalTime>
  <Words>228</Words>
  <Application>Microsoft Office PowerPoint</Application>
  <PresentationFormat>Widescreen</PresentationFormat>
  <Paragraphs>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Wisp</vt:lpstr>
      <vt:lpstr>Thuyết trình bảo vệ đồ án cuối khóa</vt:lpstr>
      <vt:lpstr>Cốt truyện</vt:lpstr>
      <vt:lpstr>Tính năng thực hiện được</vt:lpstr>
      <vt:lpstr>Tính năng chưa thực hiện được</vt:lpstr>
      <vt:lpstr>Cảm ơn thầy và các bạn đã lắng nghe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DIỆP HIẾU NGHĨA</dc:creator>
  <cp:lastModifiedBy>DIỆP HIẾU NGHĨA</cp:lastModifiedBy>
  <cp:revision>2</cp:revision>
  <dcterms:created xsi:type="dcterms:W3CDTF">2025-09-29T12:50:56Z</dcterms:created>
  <dcterms:modified xsi:type="dcterms:W3CDTF">2025-09-29T12:58:04Z</dcterms:modified>
</cp:coreProperties>
</file>