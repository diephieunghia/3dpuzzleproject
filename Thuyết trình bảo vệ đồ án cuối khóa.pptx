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5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85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96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67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47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3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358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3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138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80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074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9733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426686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197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7101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9881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8819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599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7181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72445-F0D3-0299-D635-B9C3FBF09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3806" y="1251290"/>
            <a:ext cx="11164388" cy="1767841"/>
          </a:xfrm>
        </p:spPr>
        <p:txBody>
          <a:bodyPr>
            <a:noAutofit/>
          </a:bodyPr>
          <a:lstStyle/>
          <a:p>
            <a:pPr algn="ctr"/>
            <a:r>
              <a:rPr lang="en-US" sz="3600" b="1" dirty="0" err="1"/>
              <a:t>Thuyết</a:t>
            </a:r>
            <a:r>
              <a:rPr lang="en-US" sz="3600" b="1" dirty="0"/>
              <a:t> </a:t>
            </a:r>
            <a:r>
              <a:rPr lang="en-US" sz="3600" b="1" dirty="0" err="1"/>
              <a:t>trình</a:t>
            </a:r>
            <a:r>
              <a:rPr lang="en-US" sz="3600" b="1" dirty="0"/>
              <a:t> </a:t>
            </a:r>
            <a:r>
              <a:rPr lang="en-US" sz="3600" b="1" dirty="0" err="1"/>
              <a:t>bảo</a:t>
            </a:r>
            <a:r>
              <a:rPr lang="en-US" sz="3600" b="1" dirty="0"/>
              <a:t> </a:t>
            </a:r>
            <a:r>
              <a:rPr lang="en-US" sz="3600" b="1" dirty="0" err="1"/>
              <a:t>vệ</a:t>
            </a:r>
            <a:r>
              <a:rPr lang="en-US" sz="3600" b="1" dirty="0"/>
              <a:t> </a:t>
            </a:r>
            <a:r>
              <a:rPr lang="en-US" sz="3600" b="1" dirty="0" err="1"/>
              <a:t>đồ</a:t>
            </a:r>
            <a:r>
              <a:rPr lang="en-US" sz="3600" b="1" dirty="0"/>
              <a:t> </a:t>
            </a:r>
            <a:r>
              <a:rPr lang="en-US" sz="3600" b="1" dirty="0" err="1"/>
              <a:t>án</a:t>
            </a:r>
            <a:r>
              <a:rPr lang="en-US" sz="3600" b="1" dirty="0"/>
              <a:t> </a:t>
            </a:r>
            <a:r>
              <a:rPr lang="en-US" sz="3600" b="1" dirty="0" err="1"/>
              <a:t>cuối</a:t>
            </a:r>
            <a:r>
              <a:rPr lang="en-US" sz="3600" b="1" dirty="0"/>
              <a:t> </a:t>
            </a:r>
            <a:r>
              <a:rPr lang="en-US" sz="3600" b="1" dirty="0" err="1"/>
              <a:t>khóa</a:t>
            </a:r>
            <a:br>
              <a:rPr lang="en-US" sz="4400" b="1" dirty="0"/>
            </a:br>
            <a:br>
              <a:rPr lang="en-US" sz="4400" b="1" dirty="0"/>
            </a:br>
            <a:r>
              <a:rPr lang="en-US" sz="3200" b="1" dirty="0"/>
              <a:t>Archer Shooter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FEAAC2-18F6-66B0-4349-FA9728B542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1635" y="3019131"/>
            <a:ext cx="9988730" cy="3542780"/>
          </a:xfrm>
        </p:spPr>
        <p:txBody>
          <a:bodyPr>
            <a:noAutofit/>
          </a:bodyPr>
          <a:lstStyle/>
          <a:p>
            <a:pPr algn="l"/>
            <a:r>
              <a:rPr lang="en-US" sz="3000" dirty="0" err="1"/>
              <a:t>Họ</a:t>
            </a:r>
            <a:r>
              <a:rPr lang="en-US" sz="3000" dirty="0"/>
              <a:t> </a:t>
            </a:r>
            <a:r>
              <a:rPr lang="en-US" sz="3000" dirty="0" err="1"/>
              <a:t>tên</a:t>
            </a:r>
            <a:r>
              <a:rPr lang="en-US" sz="3000" dirty="0"/>
              <a:t>: </a:t>
            </a:r>
            <a:r>
              <a:rPr lang="en-US" sz="3000" dirty="0" err="1"/>
              <a:t>Diệp</a:t>
            </a:r>
            <a:r>
              <a:rPr lang="en-US" sz="3000" dirty="0"/>
              <a:t> </a:t>
            </a:r>
            <a:r>
              <a:rPr lang="en-US" sz="3000" dirty="0" err="1"/>
              <a:t>Hiếu</a:t>
            </a:r>
            <a:r>
              <a:rPr lang="en-US" sz="3000" dirty="0"/>
              <a:t> </a:t>
            </a:r>
            <a:r>
              <a:rPr lang="en-US" sz="3000" dirty="0" err="1"/>
              <a:t>Nghĩa</a:t>
            </a:r>
            <a:endParaRPr lang="en-US" sz="3000" dirty="0"/>
          </a:p>
          <a:p>
            <a:pPr algn="l"/>
            <a:r>
              <a:rPr lang="en-US" sz="3000" dirty="0" err="1"/>
              <a:t>Lớp</a:t>
            </a:r>
            <a:r>
              <a:rPr lang="en-US" sz="3000" dirty="0"/>
              <a:t>: CF-CIT 2D002</a:t>
            </a:r>
          </a:p>
          <a:p>
            <a:pPr algn="l"/>
            <a:r>
              <a:rPr lang="en-US" sz="3000" dirty="0" err="1"/>
              <a:t>Giảng</a:t>
            </a:r>
            <a:r>
              <a:rPr lang="en-US" sz="3000" dirty="0"/>
              <a:t> </a:t>
            </a:r>
            <a:r>
              <a:rPr lang="en-US" sz="3000" dirty="0" err="1"/>
              <a:t>viên</a:t>
            </a:r>
            <a:r>
              <a:rPr lang="en-US" sz="3000" dirty="0"/>
              <a:t> </a:t>
            </a:r>
            <a:r>
              <a:rPr lang="en-US" sz="3000" dirty="0" err="1"/>
              <a:t>hướng</a:t>
            </a:r>
            <a:r>
              <a:rPr lang="en-US" sz="3000" dirty="0"/>
              <a:t> </a:t>
            </a:r>
            <a:r>
              <a:rPr lang="en-US" sz="3000" dirty="0" err="1"/>
              <a:t>dẫn</a:t>
            </a:r>
            <a:r>
              <a:rPr lang="en-US" sz="3000" dirty="0"/>
              <a:t>: Phùng </a:t>
            </a:r>
            <a:r>
              <a:rPr lang="en-US" sz="3000" dirty="0" err="1"/>
              <a:t>Khắc</a:t>
            </a:r>
            <a:r>
              <a:rPr lang="en-US" sz="3000" dirty="0"/>
              <a:t> Phương</a:t>
            </a:r>
          </a:p>
          <a:p>
            <a:pPr algn="l"/>
            <a:r>
              <a:rPr lang="en-US" sz="3000" dirty="0" err="1"/>
              <a:t>Thể</a:t>
            </a:r>
            <a:r>
              <a:rPr lang="en-US" sz="3000" dirty="0"/>
              <a:t> </a:t>
            </a:r>
            <a:r>
              <a:rPr lang="en-US" sz="3000" dirty="0" err="1"/>
              <a:t>loại</a:t>
            </a:r>
            <a:r>
              <a:rPr lang="en-US" sz="3000" dirty="0"/>
              <a:t>: Rogue-like</a:t>
            </a:r>
          </a:p>
        </p:txBody>
      </p:sp>
    </p:spTree>
    <p:extLst>
      <p:ext uri="{BB962C8B-B14F-4D97-AF65-F5344CB8AC3E}">
        <p14:creationId xmlns:p14="http://schemas.microsoft.com/office/powerpoint/2010/main" val="36798839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B895B-8ADA-6AEF-C315-874001F8B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Lối</a:t>
            </a:r>
            <a:r>
              <a:rPr lang="en-US" b="1" dirty="0"/>
              <a:t> </a:t>
            </a:r>
            <a:r>
              <a:rPr lang="en-US" b="1" dirty="0" err="1"/>
              <a:t>chơi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F8FDD-9C41-FACC-7B9C-54FF4201D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Nhân</a:t>
            </a:r>
            <a:r>
              <a:rPr lang="en-US" sz="4000" dirty="0"/>
              <a:t> </a:t>
            </a:r>
            <a:r>
              <a:rPr lang="en-US" sz="4000" dirty="0" err="1"/>
              <a:t>vật</a:t>
            </a:r>
            <a:r>
              <a:rPr lang="en-US" sz="4000" dirty="0"/>
              <a:t> </a:t>
            </a:r>
            <a:r>
              <a:rPr lang="en-US" sz="4000" dirty="0" err="1"/>
              <a:t>sinh</a:t>
            </a:r>
            <a:r>
              <a:rPr lang="en-US" sz="4000" dirty="0"/>
              <a:t> </a:t>
            </a:r>
            <a:r>
              <a:rPr lang="en-US" sz="4000" dirty="0" err="1"/>
              <a:t>tồn</a:t>
            </a:r>
            <a:r>
              <a:rPr lang="en-US" sz="4000" dirty="0"/>
              <a:t> qua </a:t>
            </a:r>
            <a:r>
              <a:rPr lang="en-US" sz="4000" dirty="0" err="1"/>
              <a:t>các</a:t>
            </a:r>
            <a:r>
              <a:rPr lang="en-US" sz="4000" dirty="0"/>
              <a:t> </a:t>
            </a:r>
            <a:r>
              <a:rPr lang="en-US" sz="4000" dirty="0" err="1"/>
              <a:t>vòng</a:t>
            </a:r>
            <a:r>
              <a:rPr lang="en-US" sz="4000" dirty="0"/>
              <a:t> </a:t>
            </a:r>
            <a:r>
              <a:rPr lang="en-US" sz="4000" dirty="0" err="1"/>
              <a:t>chơi</a:t>
            </a:r>
            <a:r>
              <a:rPr lang="en-US" sz="4000" dirty="0"/>
              <a:t>, </a:t>
            </a:r>
            <a:r>
              <a:rPr lang="en-US" sz="4000" dirty="0" err="1"/>
              <a:t>thu</a:t>
            </a:r>
            <a:r>
              <a:rPr lang="en-US" sz="4000" dirty="0"/>
              <a:t> </a:t>
            </a:r>
            <a:r>
              <a:rPr lang="en-US" sz="4000" dirty="0" err="1"/>
              <a:t>thập</a:t>
            </a:r>
            <a:r>
              <a:rPr lang="en-US" sz="4000" dirty="0"/>
              <a:t> </a:t>
            </a:r>
            <a:r>
              <a:rPr lang="en-US" sz="4000" dirty="0" err="1"/>
              <a:t>các</a:t>
            </a:r>
            <a:r>
              <a:rPr lang="en-US" sz="4000" dirty="0"/>
              <a:t> power up </a:t>
            </a:r>
            <a:r>
              <a:rPr lang="en-US" sz="4000" dirty="0" err="1"/>
              <a:t>để</a:t>
            </a:r>
            <a:r>
              <a:rPr lang="en-US" sz="4000" dirty="0"/>
              <a:t> </a:t>
            </a:r>
            <a:r>
              <a:rPr lang="en-US" sz="4000" dirty="0" err="1"/>
              <a:t>đánh</a:t>
            </a:r>
            <a:r>
              <a:rPr lang="en-US" sz="4000" dirty="0"/>
              <a:t> </a:t>
            </a:r>
            <a:r>
              <a:rPr lang="en-US" sz="4000" dirty="0" err="1"/>
              <a:t>quái</a:t>
            </a:r>
            <a:r>
              <a:rPr lang="en-US" sz="4000" dirty="0"/>
              <a:t> </a:t>
            </a:r>
            <a:r>
              <a:rPr lang="en-US" sz="4000" dirty="0" err="1"/>
              <a:t>và</a:t>
            </a:r>
            <a:r>
              <a:rPr lang="en-US" sz="4000" dirty="0"/>
              <a:t> qua </a:t>
            </a:r>
            <a:r>
              <a:rPr lang="en-US" sz="4000" dirty="0" err="1"/>
              <a:t>màn</a:t>
            </a:r>
            <a:r>
              <a:rPr lang="en-US" sz="4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6511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5F932-9AFD-D5C5-1B57-2B4E38F86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74469"/>
            <a:ext cx="10353761" cy="1326321"/>
          </a:xfrm>
        </p:spPr>
        <p:txBody>
          <a:bodyPr/>
          <a:lstStyle/>
          <a:p>
            <a:r>
              <a:rPr lang="en-US" b="1" dirty="0"/>
              <a:t>Công </a:t>
            </a:r>
            <a:r>
              <a:rPr lang="en-US" b="1" dirty="0" err="1"/>
              <a:t>nghệ</a:t>
            </a:r>
            <a:r>
              <a:rPr lang="en-US" b="1" dirty="0"/>
              <a:t> </a:t>
            </a:r>
            <a:r>
              <a:rPr lang="en-US" b="1" dirty="0" err="1"/>
              <a:t>thực</a:t>
            </a:r>
            <a:r>
              <a:rPr lang="en-US" b="1" dirty="0"/>
              <a:t> </a:t>
            </a:r>
            <a:r>
              <a:rPr lang="en-US" b="1" dirty="0" err="1"/>
              <a:t>hiện</a:t>
            </a:r>
            <a:r>
              <a:rPr lang="en-US" b="1" dirty="0"/>
              <a:t> </a:t>
            </a:r>
            <a:r>
              <a:rPr lang="en-US" b="1" dirty="0" err="1"/>
              <a:t>được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6C391-BDC6-7468-9B4D-A11E0E0C9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201" y="1700790"/>
            <a:ext cx="10877595" cy="4430765"/>
          </a:xfrm>
        </p:spPr>
        <p:txBody>
          <a:bodyPr>
            <a:normAutofit/>
          </a:bodyPr>
          <a:lstStyle/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Animation, blend tree, IK bones. 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State Pattern (</a:t>
            </a:r>
            <a:r>
              <a:rPr lang="en-US" sz="2400" dirty="0" err="1"/>
              <a:t>tấn</a:t>
            </a:r>
            <a:r>
              <a:rPr lang="en-US" sz="2400" dirty="0"/>
              <a:t> </a:t>
            </a:r>
            <a:r>
              <a:rPr lang="en-US" sz="2400" dirty="0" err="1"/>
              <a:t>công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, </a:t>
            </a:r>
            <a:r>
              <a:rPr lang="en-US" sz="2400" dirty="0" err="1"/>
              <a:t>trạng</a:t>
            </a:r>
            <a:r>
              <a:rPr lang="en-US" sz="2400" dirty="0"/>
              <a:t> </a:t>
            </a:r>
            <a:r>
              <a:rPr lang="en-US" sz="2400" dirty="0" err="1"/>
              <a:t>thái</a:t>
            </a:r>
            <a:r>
              <a:rPr lang="en-US" sz="2400" dirty="0"/>
              <a:t>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).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Projectile bao </a:t>
            </a:r>
            <a:r>
              <a:rPr lang="en-US" sz="2400" dirty="0" err="1"/>
              <a:t>gồm</a:t>
            </a:r>
            <a:r>
              <a:rPr lang="en-US" sz="2400" dirty="0"/>
              <a:t> </a:t>
            </a:r>
            <a:r>
              <a:rPr lang="en-US" sz="2400" dirty="0" err="1"/>
              <a:t>bóng</a:t>
            </a:r>
            <a:r>
              <a:rPr lang="en-US" sz="2400" dirty="0"/>
              <a:t> </a:t>
            </a:r>
            <a:r>
              <a:rPr lang="en-US" sz="2400" dirty="0" err="1"/>
              <a:t>lửa</a:t>
            </a:r>
            <a:r>
              <a:rPr lang="en-US" sz="2400" dirty="0"/>
              <a:t>,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tên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spawn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 </a:t>
            </a:r>
            <a:r>
              <a:rPr lang="en-US" sz="2400" dirty="0" err="1"/>
              <a:t>ngẫu</a:t>
            </a:r>
            <a:r>
              <a:rPr lang="en-US" sz="2400" dirty="0"/>
              <a:t> </a:t>
            </a:r>
            <a:r>
              <a:rPr lang="en-US" sz="2400" dirty="0" err="1"/>
              <a:t>nhiên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qua Object Pooling.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Singleton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lớp</a:t>
            </a:r>
            <a:r>
              <a:rPr lang="en-US" sz="2400" dirty="0"/>
              <a:t> </a:t>
            </a:r>
            <a:r>
              <a:rPr lang="en-US" sz="2400" dirty="0" err="1"/>
              <a:t>quản</a:t>
            </a:r>
            <a:r>
              <a:rPr lang="en-US" sz="2400" dirty="0"/>
              <a:t> </a:t>
            </a:r>
            <a:r>
              <a:rPr lang="en-US" sz="2400" dirty="0" err="1"/>
              <a:t>lý</a:t>
            </a:r>
            <a:r>
              <a:rPr lang="en-US" sz="2400" dirty="0"/>
              <a:t> </a:t>
            </a:r>
            <a:r>
              <a:rPr lang="en-US" sz="2400" dirty="0" err="1"/>
              <a:t>cơ</a:t>
            </a:r>
            <a:r>
              <a:rPr lang="en-US" sz="2400" dirty="0"/>
              <a:t> </a:t>
            </a:r>
            <a:r>
              <a:rPr lang="en-US" sz="2400" dirty="0" err="1"/>
              <a:t>chế</a:t>
            </a:r>
            <a:r>
              <a:rPr lang="en-US" sz="2400" dirty="0"/>
              <a:t> game (sound, </a:t>
            </a:r>
            <a:r>
              <a:rPr lang="en-US" sz="2400" dirty="0" err="1"/>
              <a:t>objectpool</a:t>
            </a:r>
            <a:r>
              <a:rPr lang="en-US" sz="2400" dirty="0"/>
              <a:t>, game manager, UI manager).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VFX, </a:t>
            </a:r>
            <a:r>
              <a:rPr lang="en-US" sz="2400" dirty="0" err="1"/>
              <a:t>âm</a:t>
            </a:r>
            <a:r>
              <a:rPr lang="en-US" sz="2400" dirty="0"/>
              <a:t> </a:t>
            </a:r>
            <a:r>
              <a:rPr lang="en-US" sz="2400" dirty="0" err="1"/>
              <a:t>thanh</a:t>
            </a:r>
            <a:r>
              <a:rPr lang="en-US" sz="2400" dirty="0"/>
              <a:t>, post processing (</a:t>
            </a:r>
            <a:r>
              <a:rPr lang="en-US" sz="2400" dirty="0" err="1"/>
              <a:t>chỉnh</a:t>
            </a:r>
            <a:r>
              <a:rPr lang="en-US" sz="2400" dirty="0"/>
              <a:t> </a:t>
            </a:r>
            <a:r>
              <a:rPr lang="en-US" sz="2400" dirty="0" err="1"/>
              <a:t>độ</a:t>
            </a:r>
            <a:r>
              <a:rPr lang="en-US" sz="2400" dirty="0"/>
              <a:t> </a:t>
            </a:r>
            <a:r>
              <a:rPr lang="en-US" sz="2400" dirty="0" err="1"/>
              <a:t>sáng</a:t>
            </a:r>
            <a:r>
              <a:rPr lang="en-US" sz="2400" dirty="0"/>
              <a:t> </a:t>
            </a:r>
            <a:r>
              <a:rPr lang="en-US" sz="2400" dirty="0" err="1"/>
              <a:t>trò</a:t>
            </a:r>
            <a:r>
              <a:rPr lang="en-US" sz="2400" dirty="0"/>
              <a:t> </a:t>
            </a:r>
            <a:r>
              <a:rPr lang="en-US" sz="2400" dirty="0" err="1"/>
              <a:t>chơi</a:t>
            </a:r>
            <a:r>
              <a:rPr lang="en-US" sz="2400" dirty="0"/>
              <a:t>).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Scriptable object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item, </a:t>
            </a:r>
            <a:r>
              <a:rPr lang="en-US" sz="2400" dirty="0" err="1"/>
              <a:t>chỉ</a:t>
            </a:r>
            <a:r>
              <a:rPr lang="en-US" sz="2400" dirty="0"/>
              <a:t> </a:t>
            </a:r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, </a:t>
            </a:r>
            <a:r>
              <a:rPr lang="en-US" sz="2400" dirty="0" err="1"/>
              <a:t>màn</a:t>
            </a:r>
            <a:r>
              <a:rPr lang="en-US" sz="2400" dirty="0"/>
              <a:t> </a:t>
            </a:r>
            <a:r>
              <a:rPr lang="en-US" sz="2400" dirty="0" err="1"/>
              <a:t>chơi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UI.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7148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E6C8E-CF15-5BD1-99A3-61A63346B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Vấn</a:t>
            </a:r>
            <a:r>
              <a:rPr lang="en-US" b="1" dirty="0"/>
              <a:t> </a:t>
            </a:r>
            <a:r>
              <a:rPr lang="en-US" b="1" dirty="0" err="1"/>
              <a:t>đề</a:t>
            </a:r>
            <a:r>
              <a:rPr lang="en-US" b="1" dirty="0"/>
              <a:t> </a:t>
            </a:r>
            <a:r>
              <a:rPr lang="en-US" b="1" dirty="0" err="1"/>
              <a:t>và</a:t>
            </a:r>
            <a:r>
              <a:rPr lang="en-US" b="1" dirty="0"/>
              <a:t> </a:t>
            </a:r>
            <a:r>
              <a:rPr lang="en-US" b="1" dirty="0" err="1"/>
              <a:t>bài</a:t>
            </a:r>
            <a:r>
              <a:rPr lang="en-US" b="1" dirty="0"/>
              <a:t> </a:t>
            </a:r>
            <a:r>
              <a:rPr lang="en-US" b="1" dirty="0" err="1"/>
              <a:t>học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A624D-4576-6822-9279-87DBAA822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051" y="1802674"/>
            <a:ext cx="11147561" cy="4108548"/>
          </a:xfrm>
        </p:spPr>
        <p:txBody>
          <a:bodyPr/>
          <a:lstStyle/>
          <a:p>
            <a:r>
              <a:rPr lang="en-US" sz="2400" dirty="0" err="1"/>
              <a:t>Lên</a:t>
            </a:r>
            <a:r>
              <a:rPr lang="en-US" sz="2400" dirty="0"/>
              <a:t> </a:t>
            </a:r>
            <a:r>
              <a:rPr lang="en-US" sz="2400" dirty="0" err="1"/>
              <a:t>kế</a:t>
            </a:r>
            <a:r>
              <a:rPr lang="en-US" sz="2400" dirty="0"/>
              <a:t> </a:t>
            </a:r>
            <a:r>
              <a:rPr lang="en-US" sz="2400" dirty="0" err="1"/>
              <a:t>hoạch</a:t>
            </a:r>
            <a:r>
              <a:rPr lang="en-US" sz="2400" dirty="0"/>
              <a:t> chi </a:t>
            </a:r>
            <a:r>
              <a:rPr lang="en-US" sz="2400" dirty="0" err="1"/>
              <a:t>tiết</a:t>
            </a:r>
            <a:r>
              <a:rPr lang="en-US" sz="2400" dirty="0"/>
              <a:t>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trò</a:t>
            </a:r>
            <a:r>
              <a:rPr lang="en-US" sz="2400" dirty="0"/>
              <a:t> </a:t>
            </a:r>
            <a:r>
              <a:rPr lang="en-US" sz="2400" dirty="0" err="1"/>
              <a:t>chơi</a:t>
            </a:r>
            <a:r>
              <a:rPr lang="en-US" sz="2400" dirty="0"/>
              <a:t>, </a:t>
            </a:r>
            <a:r>
              <a:rPr lang="en-US" sz="2400" dirty="0" err="1"/>
              <a:t>loại</a:t>
            </a:r>
            <a:r>
              <a:rPr lang="en-US" sz="2400" dirty="0"/>
              <a:t> </a:t>
            </a:r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,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 </a:t>
            </a:r>
            <a:r>
              <a:rPr lang="en-US" sz="2400" dirty="0" err="1"/>
              <a:t>cũng</a:t>
            </a:r>
            <a:r>
              <a:rPr lang="en-US" sz="2400" dirty="0"/>
              <a:t> </a:t>
            </a:r>
            <a:r>
              <a:rPr lang="en-US" sz="2400" dirty="0" err="1"/>
              <a:t>như</a:t>
            </a:r>
            <a:r>
              <a:rPr lang="en-US" sz="2400" dirty="0"/>
              <a:t> </a:t>
            </a:r>
            <a:r>
              <a:rPr lang="en-US" sz="2400" dirty="0" err="1"/>
              <a:t>cơ</a:t>
            </a:r>
            <a:r>
              <a:rPr lang="en-US" sz="2400" dirty="0"/>
              <a:t> </a:t>
            </a:r>
            <a:r>
              <a:rPr lang="en-US" sz="2400" dirty="0" err="1"/>
              <a:t>chế</a:t>
            </a:r>
            <a:r>
              <a:rPr lang="en-US" sz="2400" dirty="0"/>
              <a:t> game </a:t>
            </a:r>
            <a:r>
              <a:rPr lang="en-US" sz="2400" dirty="0" err="1"/>
              <a:t>để</a:t>
            </a:r>
            <a:r>
              <a:rPr lang="en-US" sz="2400" dirty="0"/>
              <a:t> </a:t>
            </a:r>
            <a:r>
              <a:rPr lang="en-US" sz="2400" dirty="0" err="1"/>
              <a:t>tạo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lớp</a:t>
            </a:r>
            <a:r>
              <a:rPr lang="en-US" sz="2400" dirty="0"/>
              <a:t>, </a:t>
            </a:r>
            <a:r>
              <a:rPr lang="en-US" sz="2400" dirty="0" err="1"/>
              <a:t>kế</a:t>
            </a:r>
            <a:r>
              <a:rPr lang="en-US" sz="2400" dirty="0"/>
              <a:t> </a:t>
            </a:r>
            <a:r>
              <a:rPr lang="en-US" sz="2400" dirty="0" err="1"/>
              <a:t>thừa</a:t>
            </a:r>
            <a:r>
              <a:rPr lang="en-US" sz="2400" dirty="0"/>
              <a:t>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phù</a:t>
            </a:r>
            <a:r>
              <a:rPr lang="en-US" sz="2400" dirty="0"/>
              <a:t> </a:t>
            </a:r>
            <a:r>
              <a:rPr lang="en-US" sz="2400" dirty="0" err="1"/>
              <a:t>hợp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Chưa</a:t>
            </a:r>
            <a:r>
              <a:rPr lang="en-US" sz="2400" dirty="0"/>
              <a:t> </a:t>
            </a:r>
            <a:r>
              <a:rPr lang="en-US" sz="2400" dirty="0" err="1"/>
              <a:t>thêm</a:t>
            </a:r>
            <a:r>
              <a:rPr lang="en-US" sz="2400" dirty="0"/>
              <a:t> </a:t>
            </a:r>
            <a:r>
              <a:rPr lang="en-US" sz="2400" dirty="0" err="1"/>
              <a:t>nhiều</a:t>
            </a:r>
            <a:r>
              <a:rPr lang="en-US" sz="2400" dirty="0"/>
              <a:t> </a:t>
            </a:r>
            <a:r>
              <a:rPr lang="en-US" sz="2400" dirty="0" err="1"/>
              <a:t>lựa</a:t>
            </a:r>
            <a:r>
              <a:rPr lang="en-US" sz="2400" dirty="0"/>
              <a:t> </a:t>
            </a:r>
            <a:r>
              <a:rPr lang="en-US" sz="2400" dirty="0" err="1"/>
              <a:t>chọn</a:t>
            </a:r>
            <a:r>
              <a:rPr lang="en-US" sz="2400" dirty="0"/>
              <a:t> </a:t>
            </a:r>
            <a:r>
              <a:rPr lang="en-US" sz="2400" dirty="0" err="1"/>
              <a:t>nâng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r>
              <a:rPr lang="en-US" sz="2400" dirty="0"/>
              <a:t>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,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sự</a:t>
            </a:r>
            <a:r>
              <a:rPr lang="en-US" sz="2400" dirty="0"/>
              <a:t> </a:t>
            </a:r>
            <a:r>
              <a:rPr lang="en-US" sz="2400" dirty="0" err="1"/>
              <a:t>kiện</a:t>
            </a:r>
            <a:r>
              <a:rPr lang="en-US" sz="2400" dirty="0"/>
              <a:t> </a:t>
            </a:r>
            <a:r>
              <a:rPr lang="en-US" sz="2400" dirty="0" err="1"/>
              <a:t>ngẫu</a:t>
            </a:r>
            <a:r>
              <a:rPr lang="en-US" sz="2400" dirty="0"/>
              <a:t> </a:t>
            </a:r>
            <a:r>
              <a:rPr lang="en-US" sz="2400" dirty="0" err="1"/>
              <a:t>nhiên</a:t>
            </a:r>
            <a:r>
              <a:rPr lang="en-US" sz="2400" dirty="0"/>
              <a:t>,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 </a:t>
            </a:r>
            <a:r>
              <a:rPr lang="en-US" sz="2400" dirty="0" err="1"/>
              <a:t>rớt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 </a:t>
            </a:r>
            <a:r>
              <a:rPr lang="en-US" sz="2400" dirty="0" err="1"/>
              <a:t>phẩm</a:t>
            </a:r>
            <a:r>
              <a:rPr lang="en-US" sz="2400" dirty="0"/>
              <a:t>, </a:t>
            </a:r>
            <a:r>
              <a:rPr lang="en-US" sz="2400" dirty="0" err="1"/>
              <a:t>minimap</a:t>
            </a:r>
            <a:r>
              <a:rPr lang="en-US" sz="2400" dirty="0"/>
              <a:t>, item </a:t>
            </a:r>
            <a:r>
              <a:rPr lang="en-US" sz="2400" dirty="0" err="1"/>
              <a:t>chưa</a:t>
            </a:r>
            <a:r>
              <a:rPr lang="en-US" sz="2400" dirty="0"/>
              <a:t> </a:t>
            </a:r>
            <a:r>
              <a:rPr lang="en-US" sz="2400" dirty="0" err="1"/>
              <a:t>đa</a:t>
            </a:r>
            <a:r>
              <a:rPr lang="en-US" sz="2400" dirty="0"/>
              <a:t> </a:t>
            </a:r>
            <a:r>
              <a:rPr lang="en-US" sz="2400" dirty="0" err="1"/>
              <a:t>dạng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06818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B40D9-4E47-8F61-2DA0-17B17D4F2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CEAC3-711A-770B-FDE4-A53811EA2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7314" y="2117589"/>
            <a:ext cx="10537371" cy="967060"/>
          </a:xfrm>
        </p:spPr>
        <p:txBody>
          <a:bodyPr>
            <a:noAutofit/>
          </a:bodyPr>
          <a:lstStyle/>
          <a:p>
            <a:pPr algn="ctr"/>
            <a:r>
              <a:rPr lang="en-US" sz="3600" b="1" dirty="0" err="1"/>
              <a:t>Cảm</a:t>
            </a:r>
            <a:r>
              <a:rPr lang="en-US" sz="3600" b="1" dirty="0"/>
              <a:t> </a:t>
            </a:r>
            <a:r>
              <a:rPr lang="en-US" sz="3600" b="1" dirty="0" err="1"/>
              <a:t>ơn</a:t>
            </a:r>
            <a:r>
              <a:rPr lang="en-US" sz="3600" b="1" dirty="0"/>
              <a:t> </a:t>
            </a:r>
            <a:r>
              <a:rPr lang="en-US" sz="3600" b="1" dirty="0" err="1"/>
              <a:t>thầy</a:t>
            </a:r>
            <a:r>
              <a:rPr lang="en-US" sz="3600" b="1" dirty="0"/>
              <a:t> </a:t>
            </a:r>
            <a:r>
              <a:rPr lang="en-US" sz="3600" b="1" dirty="0" err="1"/>
              <a:t>và</a:t>
            </a:r>
            <a:r>
              <a:rPr lang="en-US" sz="3600" b="1" dirty="0"/>
              <a:t> </a:t>
            </a:r>
            <a:r>
              <a:rPr lang="en-US" sz="3600" b="1" dirty="0" err="1"/>
              <a:t>các</a:t>
            </a:r>
            <a:r>
              <a:rPr lang="en-US" sz="3600" b="1" dirty="0"/>
              <a:t> </a:t>
            </a:r>
            <a:r>
              <a:rPr lang="en-US" sz="3600" b="1" dirty="0" err="1"/>
              <a:t>bạn</a:t>
            </a:r>
            <a:r>
              <a:rPr lang="en-US" sz="3600" b="1" dirty="0"/>
              <a:t> </a:t>
            </a:r>
            <a:r>
              <a:rPr lang="en-US" sz="3600" b="1" dirty="0" err="1"/>
              <a:t>đã</a:t>
            </a:r>
            <a:r>
              <a:rPr lang="en-US" sz="3600" b="1" dirty="0"/>
              <a:t> </a:t>
            </a:r>
            <a:r>
              <a:rPr lang="en-US" sz="3600" b="1" dirty="0" err="1"/>
              <a:t>lắng</a:t>
            </a:r>
            <a:r>
              <a:rPr lang="en-US" sz="3600" b="1" dirty="0"/>
              <a:t> </a:t>
            </a:r>
            <a:r>
              <a:rPr lang="en-US" sz="3600" b="1" dirty="0" err="1"/>
              <a:t>nghe</a:t>
            </a:r>
            <a:endParaRPr lang="en-US" sz="3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C0EA95-4DFD-9738-2C80-FCF2E8991D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597815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295393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15</TotalTime>
  <Words>228</Words>
  <Application>Microsoft Office PowerPoint</Application>
  <PresentationFormat>Widescreen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Bookman Old Style</vt:lpstr>
      <vt:lpstr>Rockwell</vt:lpstr>
      <vt:lpstr>Damask</vt:lpstr>
      <vt:lpstr>Thuyết trình bảo vệ đồ án cuối khóa  Archer Shooter</vt:lpstr>
      <vt:lpstr>Lối chơi</vt:lpstr>
      <vt:lpstr>Công nghệ thực hiện được</vt:lpstr>
      <vt:lpstr>Vấn đề và bài học</vt:lpstr>
      <vt:lpstr>Cảm ơn thầy và các bạn đã lắng nghe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DIỆP HIẾU NGHĨA</dc:creator>
  <cp:lastModifiedBy>DIỆP HIẾU NGHĨA</cp:lastModifiedBy>
  <cp:revision>6</cp:revision>
  <dcterms:created xsi:type="dcterms:W3CDTF">2025-09-29T12:50:56Z</dcterms:created>
  <dcterms:modified xsi:type="dcterms:W3CDTF">2025-09-29T13:35:21Z</dcterms:modified>
</cp:coreProperties>
</file>